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D32FE8EF-5D3C-4ECB-A09A-DDAD82496843}">
          <p14:sldIdLst>
            <p14:sldId id="256"/>
            <p14:sldId id="257"/>
            <p14:sldId id="258"/>
            <p14:sldId id="259"/>
            <p14:sldId id="260"/>
            <p14:sldId id="263"/>
            <p14:sldId id="261"/>
            <p14:sldId id="262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F067DC-380E-9625-0EB4-124B8FABB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AA1CCF-64AA-3BBF-7CF9-ECEADFF3F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DEB1BD-CB68-9428-CC95-3CC398866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2FD5F3-D27B-6BA7-C337-C50F5630E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3694FD-B85B-2B39-A4FA-9DB73AA60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3753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F444E2-A1E3-B1B2-C1C2-BFE8F315C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79B2F3-F090-C8D6-4431-D4CC0DEDC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2ACC2A-1B5F-E25E-7151-4B36B483D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239B44-E834-4830-18F5-DC0EEA004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D18E14-3F21-D11A-A179-12CA6902D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106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0B23FF-9C11-132A-1E17-096E547D4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885669-E233-4681-0843-B38404ADB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0C040D-A89A-44E0-BC13-7087450CD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BE5A35-BBC5-3BC4-1B78-6DA8C63C3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D71B30-F847-F601-C238-EE9C6F44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24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D67B62-FA45-5E58-75DA-EAEDF395A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383D27-0E32-BB12-125B-15E154A15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49459AC-4BCA-624C-85B9-0FD59604C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E200FF-5A6C-EE7C-C06E-D79AF8FB6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3196C9-13F0-6BD8-73EA-AAB79C4D4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65AA49-44BD-7638-E6BA-F30C6814D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7484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CAFF69-5814-062F-2208-9CAD5D8A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A05850-5563-06C3-0F79-509B62AA3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3533C0D-2878-72C9-06C8-54C379306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EA7F5DC-932D-20FD-4BA7-262E1FF1A3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3BD3244-4694-3C46-209D-79EFF414D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41858D0-154F-1ADC-108D-FD13253A7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4201D06-D648-3775-A700-62A074D8D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9AA6EAB-451A-355E-DFF2-A3C0AD91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56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D34BFE-BB63-3916-37CE-754701A46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7D63F97-6538-126B-2A58-B98445F5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DDEE1C2-4A40-5752-F805-F675B569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48F308D-F9EF-A110-B5E8-3BE4827E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3371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FE7D094-DCB2-6B65-48A2-54CFF4E80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E06194B-A051-A4B1-669F-F80E19B49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7F0868-1E78-6E78-180B-837D49286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417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0BBDF-D8D6-6277-4041-9973F55D8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EBB844-A144-395A-5388-43B8BA109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F06E650-5F81-71CF-D5F3-4B6D3879E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C2D5D6-BC85-8E49-EF08-FD51A588E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8AFABC6-DD7C-3D77-05EE-B76A6A9F7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1B34038-16E7-D340-8DD3-20AA6B36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9123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ECAFA0-37FF-C800-12F7-590EB26AB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3E042B8-A5A6-0715-C402-11D78996D0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B10D19-2991-CBEE-F805-9E42DB221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A9CA33-7CB1-9F5E-8275-853AC19C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E329CC-5B54-C788-0179-91E48A2C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631AA8E-98A8-3841-712E-2263EDBB3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0115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4AB316-3A55-3B8D-7F9C-539D44C43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37669CE-B967-3904-350E-05D5AC845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4D18F0-221D-2799-E2C3-3DD8BBD8E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9A133D-D24D-6639-3EE5-FBFDBFC5B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FE4650-3209-9D56-CE8E-EB3F3D5B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217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64DAFA1-1AD6-D3B8-3B1F-13D3589FB9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AF9F752-0294-F5E9-6419-D012EE6A8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1021F4-BB21-F91A-A32A-A5136F9DF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D61B4C-FD39-2030-37E9-236800BB3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9E5935-4EE3-78C6-CD0B-EFD7B8565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230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602E719-24E8-636E-2120-EF4B67511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233B76-F3BF-8E30-F84C-D77A485D9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A174D0-D0A4-84C1-8C43-B4B12EA684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603014-3954-A4F7-60E1-D24C6E960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E8281C-AE72-CE0A-A129-D7B3EFFC9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69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>
            <a:extLst>
              <a:ext uri="{FF2B5EF4-FFF2-40B4-BE49-F238E27FC236}">
                <a16:creationId xmlns:a16="http://schemas.microsoft.com/office/drawing/2014/main" id="{937FA99F-1BD3-C041-40CC-58611823BF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2239" y="1423284"/>
            <a:ext cx="8383234" cy="36502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94613EC-959F-F168-EC6E-90592EB08F6C}"/>
              </a:ext>
            </a:extLst>
          </p:cNvPr>
          <p:cNvSpPr txBox="1"/>
          <p:nvPr/>
        </p:nvSpPr>
        <p:spPr>
          <a:xfrm>
            <a:off x="9019340" y="2112428"/>
            <a:ext cx="287042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/>
              <a:t>Tutoriel :</a:t>
            </a:r>
            <a:br>
              <a:rPr lang="fr-FR" sz="3200" dirty="0"/>
            </a:br>
            <a:r>
              <a:rPr lang="fr-FR" sz="3200" dirty="0"/>
              <a:t>Modifier les informations d’un utilisateur ainsi que son mot de passe</a:t>
            </a:r>
          </a:p>
        </p:txBody>
      </p:sp>
    </p:spTree>
    <p:extLst>
      <p:ext uri="{BB962C8B-B14F-4D97-AF65-F5344CB8AC3E}">
        <p14:creationId xmlns:p14="http://schemas.microsoft.com/office/powerpoint/2010/main" val="2282216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EDA93D-D45B-5892-68AB-7F5F02043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Prérequis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F44CC8-50E5-0022-8D95-6796BC762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Avoir un compte admin</a:t>
            </a:r>
          </a:p>
          <a:p>
            <a:r>
              <a:rPr lang="fr-FR" dirty="0"/>
              <a:t>Avoir un utilisateur inscrit</a:t>
            </a:r>
            <a:br>
              <a:rPr lang="fr-FR" dirty="0"/>
            </a:br>
            <a:endParaRPr lang="fr-FR" dirty="0"/>
          </a:p>
          <a:p>
            <a:pPr marL="0" indent="0">
              <a:buNone/>
            </a:pPr>
            <a:r>
              <a:rPr lang="fr-FR" dirty="0"/>
              <a:t>Durée : 10 minutes</a:t>
            </a:r>
          </a:p>
        </p:txBody>
      </p:sp>
    </p:spTree>
    <p:extLst>
      <p:ext uri="{BB962C8B-B14F-4D97-AF65-F5344CB8AC3E}">
        <p14:creationId xmlns:p14="http://schemas.microsoft.com/office/powerpoint/2010/main" val="3069714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394AA27-C643-1A40-3F45-871356A18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901" y="886070"/>
            <a:ext cx="8175724" cy="435062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0053533-F479-FC99-48EA-709ED4D0A564}"/>
              </a:ext>
            </a:extLst>
          </p:cNvPr>
          <p:cNvSpPr/>
          <p:nvPr/>
        </p:nvSpPr>
        <p:spPr>
          <a:xfrm>
            <a:off x="2146852" y="3061381"/>
            <a:ext cx="2242268" cy="1047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B16A3C2F-3DDD-D60D-B12B-490213B8144F}"/>
              </a:ext>
            </a:extLst>
          </p:cNvPr>
          <p:cNvSpPr/>
          <p:nvPr/>
        </p:nvSpPr>
        <p:spPr>
          <a:xfrm rot="10800000">
            <a:off x="2829678" y="4129068"/>
            <a:ext cx="876616" cy="6729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8EAD953-5D9A-4DAB-9CDB-DEBB5FBBEBFA}"/>
              </a:ext>
            </a:extLst>
          </p:cNvPr>
          <p:cNvSpPr txBox="1"/>
          <p:nvPr/>
        </p:nvSpPr>
        <p:spPr>
          <a:xfrm>
            <a:off x="9573370" y="1995777"/>
            <a:ext cx="22502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Remplissez vos informations et cliquer sur se connecter</a:t>
            </a:r>
          </a:p>
        </p:txBody>
      </p:sp>
    </p:spTree>
    <p:extLst>
      <p:ext uri="{BB962C8B-B14F-4D97-AF65-F5344CB8AC3E}">
        <p14:creationId xmlns:p14="http://schemas.microsoft.com/office/powerpoint/2010/main" val="2220243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133F51E0-8BD6-8F9F-F4F3-73367668C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296"/>
            <a:ext cx="12192000" cy="656740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FC257DF-B764-3A26-399B-A2B56B278587}"/>
              </a:ext>
            </a:extLst>
          </p:cNvPr>
          <p:cNvSpPr txBox="1"/>
          <p:nvPr/>
        </p:nvSpPr>
        <p:spPr>
          <a:xfrm>
            <a:off x="2122998" y="333955"/>
            <a:ext cx="6917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1. Aller sur la page réglages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C15124-D1A8-D79C-735F-F1ADF4E784C2}"/>
              </a:ext>
            </a:extLst>
          </p:cNvPr>
          <p:cNvSpPr/>
          <p:nvPr/>
        </p:nvSpPr>
        <p:spPr>
          <a:xfrm>
            <a:off x="0" y="3188473"/>
            <a:ext cx="707666" cy="1749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lèche : bas 11">
            <a:extLst>
              <a:ext uri="{FF2B5EF4-FFF2-40B4-BE49-F238E27FC236}">
                <a16:creationId xmlns:a16="http://schemas.microsoft.com/office/drawing/2014/main" id="{81964726-70FB-93C0-1403-A727935A60E4}"/>
              </a:ext>
            </a:extLst>
          </p:cNvPr>
          <p:cNvSpPr/>
          <p:nvPr/>
        </p:nvSpPr>
        <p:spPr>
          <a:xfrm rot="5400000">
            <a:off x="956142" y="787179"/>
            <a:ext cx="361785" cy="620203"/>
          </a:xfrm>
          <a:prstGeom prst="down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2733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FD995-A9EE-D91D-B5AF-F994AF7E2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4D0504B1-DFBF-70B7-F72F-50D2F6F88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571"/>
            <a:ext cx="12192000" cy="6514858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28E7AD43-5F5A-536A-E997-C8ECB1F2BCC5}"/>
              </a:ext>
            </a:extLst>
          </p:cNvPr>
          <p:cNvSpPr txBox="1"/>
          <p:nvPr/>
        </p:nvSpPr>
        <p:spPr>
          <a:xfrm>
            <a:off x="3466769" y="322646"/>
            <a:ext cx="6917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2. Modifier les paramètres comme voulu</a:t>
            </a:r>
          </a:p>
        </p:txBody>
      </p:sp>
    </p:spTree>
    <p:extLst>
      <p:ext uri="{BB962C8B-B14F-4D97-AF65-F5344CB8AC3E}">
        <p14:creationId xmlns:p14="http://schemas.microsoft.com/office/powerpoint/2010/main" val="2331519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76A9F-9CC3-845A-F786-EFB0F9F65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3EFA12A8-4D06-3543-602C-42C26C94A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51485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7EF7C6F-DF56-5001-5BF2-34BA2E4E3CA7}"/>
              </a:ext>
            </a:extLst>
          </p:cNvPr>
          <p:cNvSpPr/>
          <p:nvPr/>
        </p:nvSpPr>
        <p:spPr>
          <a:xfrm>
            <a:off x="1582308" y="978011"/>
            <a:ext cx="2894275" cy="2782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 : gauche 5">
            <a:extLst>
              <a:ext uri="{FF2B5EF4-FFF2-40B4-BE49-F238E27FC236}">
                <a16:creationId xmlns:a16="http://schemas.microsoft.com/office/drawing/2014/main" id="{9542B325-54DF-B6C2-A24A-9C037AF67314}"/>
              </a:ext>
            </a:extLst>
          </p:cNvPr>
          <p:cNvSpPr/>
          <p:nvPr/>
        </p:nvSpPr>
        <p:spPr>
          <a:xfrm>
            <a:off x="4635609" y="950180"/>
            <a:ext cx="1041620" cy="333955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E4DCFF5-F2DD-8C8A-71F9-919CA9E11945}"/>
              </a:ext>
            </a:extLst>
          </p:cNvPr>
          <p:cNvSpPr txBox="1"/>
          <p:nvPr/>
        </p:nvSpPr>
        <p:spPr>
          <a:xfrm>
            <a:off x="5828303" y="655492"/>
            <a:ext cx="32838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Bouton radio, qui active ou désactive la réservation de chambre </a:t>
            </a:r>
          </a:p>
        </p:txBody>
      </p:sp>
    </p:spTree>
    <p:extLst>
      <p:ext uri="{BB962C8B-B14F-4D97-AF65-F5344CB8AC3E}">
        <p14:creationId xmlns:p14="http://schemas.microsoft.com/office/powerpoint/2010/main" val="957242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F7F8A-40D0-48BF-C8AB-84672FBF6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3D2EFA95-E26F-F0E2-E568-9524FE59F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51485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AD233DF-98D7-F037-3F29-AD5ECDCA1045}"/>
              </a:ext>
            </a:extLst>
          </p:cNvPr>
          <p:cNvSpPr/>
          <p:nvPr/>
        </p:nvSpPr>
        <p:spPr>
          <a:xfrm>
            <a:off x="1630016" y="1566407"/>
            <a:ext cx="2894275" cy="5088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 : gauche 5">
            <a:extLst>
              <a:ext uri="{FF2B5EF4-FFF2-40B4-BE49-F238E27FC236}">
                <a16:creationId xmlns:a16="http://schemas.microsoft.com/office/drawing/2014/main" id="{BB761F55-A415-293C-9FC4-05E3FC5A5942}"/>
              </a:ext>
            </a:extLst>
          </p:cNvPr>
          <p:cNvSpPr/>
          <p:nvPr/>
        </p:nvSpPr>
        <p:spPr>
          <a:xfrm>
            <a:off x="4659464" y="1653870"/>
            <a:ext cx="1041620" cy="333955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7019B27-1423-3F9B-BD5B-5AFDF62C3E3A}"/>
              </a:ext>
            </a:extLst>
          </p:cNvPr>
          <p:cNvSpPr txBox="1"/>
          <p:nvPr/>
        </p:nvSpPr>
        <p:spPr>
          <a:xfrm>
            <a:off x="5836256" y="1106039"/>
            <a:ext cx="32838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Nombre de jour minimal avant une réservation d’une chambre , 0 signifie qu’on peut réserver le jour même ,1 au minimum la veille </a:t>
            </a:r>
            <a:r>
              <a:rPr lang="fr-FR" dirty="0" err="1"/>
              <a:t>etc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86000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EA22D-11F2-A662-FE6D-218BFA209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4CEDA0CF-0AEF-360F-B15E-0B112D3E7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51485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BCD87E1-4D36-5C74-003C-3CD66F58E14E}"/>
              </a:ext>
            </a:extLst>
          </p:cNvPr>
          <p:cNvSpPr/>
          <p:nvPr/>
        </p:nvSpPr>
        <p:spPr>
          <a:xfrm>
            <a:off x="1622065" y="2146853"/>
            <a:ext cx="2894275" cy="10257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 : gauche 5">
            <a:extLst>
              <a:ext uri="{FF2B5EF4-FFF2-40B4-BE49-F238E27FC236}">
                <a16:creationId xmlns:a16="http://schemas.microsoft.com/office/drawing/2014/main" id="{40FDFD19-847B-2DC4-D6E2-7FB665AD68A5}"/>
              </a:ext>
            </a:extLst>
          </p:cNvPr>
          <p:cNvSpPr/>
          <p:nvPr/>
        </p:nvSpPr>
        <p:spPr>
          <a:xfrm>
            <a:off x="4655488" y="2492734"/>
            <a:ext cx="1041620" cy="333955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67936A5-7BFC-F93C-C945-78E0546BE493}"/>
              </a:ext>
            </a:extLst>
          </p:cNvPr>
          <p:cNvSpPr txBox="1"/>
          <p:nvPr/>
        </p:nvSpPr>
        <p:spPr>
          <a:xfrm>
            <a:off x="5836256" y="1861413"/>
            <a:ext cx="32838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Nombre entier, Heure d’arrivé et de départ affiché sur les mails afin de prévenir les arrivants des </a:t>
            </a:r>
            <a:r>
              <a:rPr lang="fr-FR" dirty="0" err="1"/>
              <a:t>horraires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17575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B0386-41E6-DC3A-3505-B2F45B21D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BC6DE3A2-DEE7-0FDA-A792-90CFFBC82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51485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AAD0F71-FB09-427F-1AED-EF4DC0A5793C}"/>
              </a:ext>
            </a:extLst>
          </p:cNvPr>
          <p:cNvSpPr/>
          <p:nvPr/>
        </p:nvSpPr>
        <p:spPr>
          <a:xfrm>
            <a:off x="1622064" y="3289852"/>
            <a:ext cx="2894275" cy="2782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 : gauche 5">
            <a:extLst>
              <a:ext uri="{FF2B5EF4-FFF2-40B4-BE49-F238E27FC236}">
                <a16:creationId xmlns:a16="http://schemas.microsoft.com/office/drawing/2014/main" id="{13358632-5F94-24A2-1B0F-FF170A2FF536}"/>
              </a:ext>
            </a:extLst>
          </p:cNvPr>
          <p:cNvSpPr/>
          <p:nvPr/>
        </p:nvSpPr>
        <p:spPr>
          <a:xfrm>
            <a:off x="4659463" y="3262021"/>
            <a:ext cx="1041620" cy="333955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5855327-CC93-E4A3-9C24-480B8612A308}"/>
              </a:ext>
            </a:extLst>
          </p:cNvPr>
          <p:cNvSpPr txBox="1"/>
          <p:nvPr/>
        </p:nvSpPr>
        <p:spPr>
          <a:xfrm>
            <a:off x="5844207" y="2413335"/>
            <a:ext cx="32838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Bouton radio, si activer une demande de chambre en attente empêche tout autre utilisateur de réserver le même créneau tant que la réservation n’a pas été accepté ou refusé</a:t>
            </a:r>
          </a:p>
        </p:txBody>
      </p:sp>
    </p:spTree>
    <p:extLst>
      <p:ext uri="{BB962C8B-B14F-4D97-AF65-F5344CB8AC3E}">
        <p14:creationId xmlns:p14="http://schemas.microsoft.com/office/powerpoint/2010/main" val="1031004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A30F9-62C4-2599-EC16-95975A8E0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A612BE25-3685-DEE6-D5C6-0510622F4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51485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9155479-CC22-97B5-60D4-592455C42EEB}"/>
              </a:ext>
            </a:extLst>
          </p:cNvPr>
          <p:cNvSpPr/>
          <p:nvPr/>
        </p:nvSpPr>
        <p:spPr>
          <a:xfrm>
            <a:off x="1614114" y="5152445"/>
            <a:ext cx="2894275" cy="5088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 : gauche 5">
            <a:extLst>
              <a:ext uri="{FF2B5EF4-FFF2-40B4-BE49-F238E27FC236}">
                <a16:creationId xmlns:a16="http://schemas.microsoft.com/office/drawing/2014/main" id="{431F2DC4-F628-9849-9A70-4AF09C029A9A}"/>
              </a:ext>
            </a:extLst>
          </p:cNvPr>
          <p:cNvSpPr/>
          <p:nvPr/>
        </p:nvSpPr>
        <p:spPr>
          <a:xfrm>
            <a:off x="4579951" y="5239908"/>
            <a:ext cx="1041620" cy="333955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1379B35-602A-0C0E-3622-C0130843C592}"/>
              </a:ext>
            </a:extLst>
          </p:cNvPr>
          <p:cNvSpPr txBox="1"/>
          <p:nvPr/>
        </p:nvSpPr>
        <p:spPr>
          <a:xfrm>
            <a:off x="5693133" y="4739785"/>
            <a:ext cx="32838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Nombre de jour minimal avant une réservation d’un espace d’entrainement, 0 signifie qu’on peut réserver le jour même ,1 au minimum la veille </a:t>
            </a:r>
            <a:r>
              <a:rPr lang="fr-FR" dirty="0" err="1"/>
              <a:t>etc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94741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BFA74-F083-106D-805E-DFE9905DC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A9799464-615A-1F5B-BC63-BA4EFF266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51485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59D42FB-6078-08C4-D832-8088372A0B2F}"/>
              </a:ext>
            </a:extLst>
          </p:cNvPr>
          <p:cNvSpPr/>
          <p:nvPr/>
        </p:nvSpPr>
        <p:spPr>
          <a:xfrm>
            <a:off x="1542551" y="5667292"/>
            <a:ext cx="2894275" cy="2782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 : gauche 5">
            <a:extLst>
              <a:ext uri="{FF2B5EF4-FFF2-40B4-BE49-F238E27FC236}">
                <a16:creationId xmlns:a16="http://schemas.microsoft.com/office/drawing/2014/main" id="{B9279C11-1B97-A18D-AC88-6CDA2CCDEDB0}"/>
              </a:ext>
            </a:extLst>
          </p:cNvPr>
          <p:cNvSpPr/>
          <p:nvPr/>
        </p:nvSpPr>
        <p:spPr>
          <a:xfrm>
            <a:off x="4643560" y="5611632"/>
            <a:ext cx="1041620" cy="333955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7AF91AB-3350-29B9-FD7C-D318014B7A2B}"/>
              </a:ext>
            </a:extLst>
          </p:cNvPr>
          <p:cNvSpPr txBox="1"/>
          <p:nvPr/>
        </p:nvSpPr>
        <p:spPr>
          <a:xfrm>
            <a:off x="6096000" y="4928628"/>
            <a:ext cx="52664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Bouton radio, si activer une demande de </a:t>
            </a:r>
            <a:r>
              <a:rPr lang="fr-FR" dirty="0" err="1"/>
              <a:t>reservation</a:t>
            </a:r>
            <a:r>
              <a:rPr lang="fr-FR" dirty="0"/>
              <a:t> de zone d’entrainement en attente empêche tout autre utilisateur de réserver le même créneau tant que la réservation n’a pas été accepté ou refusé</a:t>
            </a:r>
          </a:p>
        </p:txBody>
      </p:sp>
    </p:spTree>
    <p:extLst>
      <p:ext uri="{BB962C8B-B14F-4D97-AF65-F5344CB8AC3E}">
        <p14:creationId xmlns:p14="http://schemas.microsoft.com/office/powerpoint/2010/main" val="613224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C7C07-8579-F5C8-860F-C4D4B5851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4EF4299D-E860-1DD8-4E9A-A0070E911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0884"/>
            <a:ext cx="12192000" cy="6396232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4A9334C8-C523-18FD-694D-9D87F3BCB776}"/>
              </a:ext>
            </a:extLst>
          </p:cNvPr>
          <p:cNvSpPr txBox="1"/>
          <p:nvPr/>
        </p:nvSpPr>
        <p:spPr>
          <a:xfrm>
            <a:off x="3466769" y="322646"/>
            <a:ext cx="6917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3. Sauvegarder , les paramètres sont directement modifiés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01F82E-7A0B-8198-A0FB-8D3FB0FF92E7}"/>
              </a:ext>
            </a:extLst>
          </p:cNvPr>
          <p:cNvSpPr/>
          <p:nvPr/>
        </p:nvSpPr>
        <p:spPr>
          <a:xfrm>
            <a:off x="11521440" y="691978"/>
            <a:ext cx="670560" cy="2462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815140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639</TotalTime>
  <Words>203</Words>
  <Application>Microsoft Office PowerPoint</Application>
  <PresentationFormat>Grand écran</PresentationFormat>
  <Paragraphs>15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Thème Office</vt:lpstr>
      <vt:lpstr>Présentation PowerPoint</vt:lpstr>
      <vt:lpstr>Prérequis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Raineri</dc:creator>
  <cp:lastModifiedBy>Tom Raineri</cp:lastModifiedBy>
  <cp:revision>8</cp:revision>
  <dcterms:created xsi:type="dcterms:W3CDTF">2026-08-25T08:08:10Z</dcterms:created>
  <dcterms:modified xsi:type="dcterms:W3CDTF">2026-09-01T08:15:31Z</dcterms:modified>
</cp:coreProperties>
</file>