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CA0C5-82EC-4B14-AEF8-9BDF2686FB06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73804-E1F1-4EEC-9134-899F1C8C5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6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73804-E1F1-4EEC-9134-899F1C8C58A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3217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71DC-DCE8-B189-7D5F-43887CBF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4660DB-8A69-6E62-6849-8524B2CEC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8950082-5E8C-1C45-259E-64FD26EA9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E5A822-09CD-0CC9-FC0F-38960E771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73804-E1F1-4EEC-9134-899F1C8C58A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469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Ajouter un nouveau </a:t>
            </a:r>
            <a:r>
              <a:rPr lang="fr-FR" sz="3200" dirty="0" err="1"/>
              <a:t>role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23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page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143651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13185" y="1143651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203F9F-7595-0829-E178-0E63EDF77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631"/>
            <a:ext cx="12192000" cy="651273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créer un nouveau rôle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0972869" y="638600"/>
            <a:ext cx="1108539" cy="235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342471" y="94610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49F9-C97E-55A9-BB8E-114B560E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8FB5CF5-8286-FBBD-F54F-BD441AFC0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25"/>
            <a:ext cx="12192000" cy="63604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58B3F65-05CE-CB41-6CD1-5AB8B4B9BF68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Remplir les informations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5F4D8-909B-A7DA-D2F8-47D5187CD08A}"/>
              </a:ext>
            </a:extLst>
          </p:cNvPr>
          <p:cNvSpPr/>
          <p:nvPr/>
        </p:nvSpPr>
        <p:spPr>
          <a:xfrm>
            <a:off x="1590261" y="953076"/>
            <a:ext cx="4627659" cy="2370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395A6B6C-CADF-E47A-488A-8BF4EBC3E674}"/>
              </a:ext>
            </a:extLst>
          </p:cNvPr>
          <p:cNvSpPr/>
          <p:nvPr/>
        </p:nvSpPr>
        <p:spPr>
          <a:xfrm rot="10800000">
            <a:off x="5987332" y="1160890"/>
            <a:ext cx="1121134" cy="12722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95FA457-B4D4-9741-2CE5-11C3C9B3656A}"/>
              </a:ext>
            </a:extLst>
          </p:cNvPr>
          <p:cNvSpPr txBox="1"/>
          <p:nvPr/>
        </p:nvSpPr>
        <p:spPr>
          <a:xfrm>
            <a:off x="7227734" y="472241"/>
            <a:ext cx="3156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nom du rôle doit toujours commencer par ROLE séparer chaque terme par un _ et en majuscule 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74B6F61-6C7D-F80D-568D-5E6765A145D6}"/>
              </a:ext>
            </a:extLst>
          </p:cNvPr>
          <p:cNvSpPr/>
          <p:nvPr/>
        </p:nvSpPr>
        <p:spPr>
          <a:xfrm rot="10800000">
            <a:off x="6330564" y="3177392"/>
            <a:ext cx="1121134" cy="12722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46FB9C4-45BA-0F37-5719-9C9ED829E76A}"/>
              </a:ext>
            </a:extLst>
          </p:cNvPr>
          <p:cNvSpPr txBox="1"/>
          <p:nvPr/>
        </p:nvSpPr>
        <p:spPr>
          <a:xfrm>
            <a:off x="7602772" y="3006587"/>
            <a:ext cx="213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Soit A ou B</a:t>
            </a:r>
          </a:p>
        </p:txBody>
      </p:sp>
    </p:spTree>
    <p:extLst>
      <p:ext uri="{BB962C8B-B14F-4D97-AF65-F5344CB8AC3E}">
        <p14:creationId xmlns:p14="http://schemas.microsoft.com/office/powerpoint/2010/main" val="37345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090A-CDEE-6F89-4A39-5E712892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4B44707-676C-231B-52F2-C36308C36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071"/>
            <a:ext cx="12192000" cy="65178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02521C6-2DF8-12D8-D205-E448B0505821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Sauvegarder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6B4EBA-2B61-B8FE-627A-D0AC589152F5}"/>
              </a:ext>
            </a:extLst>
          </p:cNvPr>
          <p:cNvSpPr/>
          <p:nvPr/>
        </p:nvSpPr>
        <p:spPr>
          <a:xfrm>
            <a:off x="11656612" y="667910"/>
            <a:ext cx="469127" cy="2385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66AD1CC2-CF01-EC50-E558-693AF5CEC7BD}"/>
              </a:ext>
            </a:extLst>
          </p:cNvPr>
          <p:cNvSpPr/>
          <p:nvPr/>
        </p:nvSpPr>
        <p:spPr>
          <a:xfrm rot="10800000">
            <a:off x="11791783" y="936495"/>
            <a:ext cx="198783" cy="588397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31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28BFE36-3B25-0533-C656-D45D8FCCC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48"/>
            <a:ext cx="12192000" cy="655150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41C5BA6-57A9-81B7-3467-104A08B4CC10}"/>
              </a:ext>
            </a:extLst>
          </p:cNvPr>
          <p:cNvSpPr txBox="1"/>
          <p:nvPr/>
        </p:nvSpPr>
        <p:spPr>
          <a:xfrm>
            <a:off x="3550596" y="153248"/>
            <a:ext cx="472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Le rôle </a:t>
            </a:r>
            <a:r>
              <a:rPr lang="fr-FR">
                <a:solidFill>
                  <a:srgbClr val="FF0000"/>
                </a:solidFill>
              </a:rPr>
              <a:t>est créer</a:t>
            </a:r>
          </a:p>
        </p:txBody>
      </p:sp>
    </p:spTree>
    <p:extLst>
      <p:ext uri="{BB962C8B-B14F-4D97-AF65-F5344CB8AC3E}">
        <p14:creationId xmlns:p14="http://schemas.microsoft.com/office/powerpoint/2010/main" val="3991770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77</Words>
  <Application>Microsoft Office PowerPoint</Application>
  <PresentationFormat>Grand écran</PresentationFormat>
  <Paragraphs>16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10</cp:revision>
  <dcterms:created xsi:type="dcterms:W3CDTF">2026-08-25T08:08:10Z</dcterms:created>
  <dcterms:modified xsi:type="dcterms:W3CDTF">2026-09-03T07:48:45Z</dcterms:modified>
</cp:coreProperties>
</file>