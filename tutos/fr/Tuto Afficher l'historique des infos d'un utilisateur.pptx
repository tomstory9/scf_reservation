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1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18" d="100"/>
          <a:sy n="118" d="100"/>
        </p:scale>
        <p:origin x="19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9019340" y="2112428"/>
            <a:ext cx="287042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Tutoriel :</a:t>
            </a:r>
            <a:br>
              <a:rPr lang="fr-FR" sz="3200" dirty="0"/>
            </a:br>
            <a:r>
              <a:rPr lang="fr-FR" sz="3200" dirty="0"/>
              <a:t>Afficher l’historique des modifications d’un utilisateur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Avoir un compte admin</a:t>
            </a:r>
          </a:p>
          <a:p>
            <a:r>
              <a:rPr lang="fr-FR" dirty="0"/>
              <a:t>Avoir un utilisateur inscrit</a:t>
            </a:r>
            <a:br>
              <a:rPr lang="fr-FR" dirty="0"/>
            </a:br>
            <a:endParaRPr lang="fr-FR" dirty="0"/>
          </a:p>
          <a:p>
            <a:pPr marL="0" indent="0">
              <a:buNone/>
            </a:pPr>
            <a:r>
              <a:rPr lang="fr-FR" dirty="0"/>
              <a:t>Durée : 10 minutes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Remplissez vos informations et cliquer sur se connecter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33F51E0-8BD6-8F9F-F4F3-73367668C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96"/>
            <a:ext cx="12192000" cy="656740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FC257DF-B764-3A26-399B-A2B56B278587}"/>
              </a:ext>
            </a:extLst>
          </p:cNvPr>
          <p:cNvSpPr txBox="1"/>
          <p:nvPr/>
        </p:nvSpPr>
        <p:spPr>
          <a:xfrm>
            <a:off x="2122998" y="333955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1. Aller sur la page utilisateurs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C15124-D1A8-D79C-735F-F1ADF4E784C2}"/>
              </a:ext>
            </a:extLst>
          </p:cNvPr>
          <p:cNvSpPr/>
          <p:nvPr/>
        </p:nvSpPr>
        <p:spPr>
          <a:xfrm>
            <a:off x="0" y="1009815"/>
            <a:ext cx="707666" cy="1749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81964726-70FB-93C0-1403-A727935A60E4}"/>
              </a:ext>
            </a:extLst>
          </p:cNvPr>
          <p:cNvSpPr/>
          <p:nvPr/>
        </p:nvSpPr>
        <p:spPr>
          <a:xfrm rot="5400000">
            <a:off x="956142" y="787179"/>
            <a:ext cx="361785" cy="620203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EBFAD3C9-F51D-5E98-B1E0-7DC79C884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603"/>
            <a:ext cx="12192000" cy="645079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CC1EAF-D52C-9538-9FD4-0BE936C0197C}"/>
              </a:ext>
            </a:extLst>
          </p:cNvPr>
          <p:cNvSpPr/>
          <p:nvPr/>
        </p:nvSpPr>
        <p:spPr>
          <a:xfrm>
            <a:off x="1622066" y="254442"/>
            <a:ext cx="3904091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675BCBF-A012-4AD0-BED0-79A9A71D83DB}"/>
              </a:ext>
            </a:extLst>
          </p:cNvPr>
          <p:cNvSpPr txBox="1"/>
          <p:nvPr/>
        </p:nvSpPr>
        <p:spPr>
          <a:xfrm>
            <a:off x="5876014" y="341906"/>
            <a:ext cx="418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2. Taper le nom de l’utilisateur dans la barre de recherche </a:t>
            </a:r>
          </a:p>
        </p:txBody>
      </p:sp>
    </p:spTree>
    <p:extLst>
      <p:ext uri="{BB962C8B-B14F-4D97-AF65-F5344CB8AC3E}">
        <p14:creationId xmlns:p14="http://schemas.microsoft.com/office/powerpoint/2010/main" val="1133681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CFDC9-EBBE-9E7E-7585-CF4BE66F3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01A77D5-A12D-FCEA-F99C-6A3C187BC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620"/>
            <a:ext cx="12192000" cy="64127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C05D39-48EB-DF37-2815-59477422463E}"/>
              </a:ext>
            </a:extLst>
          </p:cNvPr>
          <p:cNvSpPr/>
          <p:nvPr/>
        </p:nvSpPr>
        <p:spPr>
          <a:xfrm>
            <a:off x="1622066" y="254442"/>
            <a:ext cx="3904091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D71A254-33DE-BD13-F244-88A4E0171FB3}"/>
              </a:ext>
            </a:extLst>
          </p:cNvPr>
          <p:cNvSpPr txBox="1"/>
          <p:nvPr/>
        </p:nvSpPr>
        <p:spPr>
          <a:xfrm>
            <a:off x="5876014" y="341906"/>
            <a:ext cx="418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3. Double cliquer sur l’utilisateur que vous souhaitez afficher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0707D6-D461-5772-5ED8-F7EAFBCB51D4}"/>
              </a:ext>
            </a:extLst>
          </p:cNvPr>
          <p:cNvSpPr/>
          <p:nvPr/>
        </p:nvSpPr>
        <p:spPr>
          <a:xfrm>
            <a:off x="1685677" y="1590261"/>
            <a:ext cx="10137913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0663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924DD-5B03-E830-5E40-58F96B99F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0C04081-11D2-8E11-240B-8B4631407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557"/>
            <a:ext cx="12192000" cy="655006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70B19D9-2288-9C5B-5670-EA19300061B0}"/>
              </a:ext>
            </a:extLst>
          </p:cNvPr>
          <p:cNvSpPr txBox="1"/>
          <p:nvPr/>
        </p:nvSpPr>
        <p:spPr>
          <a:xfrm>
            <a:off x="6558649" y="1110649"/>
            <a:ext cx="418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4. Cliquer sur afficher l’historique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0F8629-F14D-7B1A-D158-CD8856F7E4BB}"/>
              </a:ext>
            </a:extLst>
          </p:cNvPr>
          <p:cNvSpPr/>
          <p:nvPr/>
        </p:nvSpPr>
        <p:spPr>
          <a:xfrm>
            <a:off x="9514252" y="671638"/>
            <a:ext cx="705989" cy="2184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E5A49AEE-4D62-19AD-7098-689FFE30507F}"/>
              </a:ext>
            </a:extLst>
          </p:cNvPr>
          <p:cNvSpPr/>
          <p:nvPr/>
        </p:nvSpPr>
        <p:spPr>
          <a:xfrm>
            <a:off x="9589062" y="164383"/>
            <a:ext cx="412694" cy="482980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2300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7B7883B-5E87-62A7-65A5-7FDF07259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058"/>
            <a:ext cx="12192000" cy="656988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425BB04-0596-5290-A1F4-C3B563C52951}"/>
              </a:ext>
            </a:extLst>
          </p:cNvPr>
          <p:cNvSpPr txBox="1"/>
          <p:nvPr/>
        </p:nvSpPr>
        <p:spPr>
          <a:xfrm>
            <a:off x="2354783" y="0"/>
            <a:ext cx="7727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5. Vous pouvez maintenant voir toutes les modifications qui ont eu lieu sur un utilisateur et par qui</a:t>
            </a:r>
          </a:p>
        </p:txBody>
      </p:sp>
    </p:spTree>
    <p:extLst>
      <p:ext uri="{BB962C8B-B14F-4D97-AF65-F5344CB8AC3E}">
        <p14:creationId xmlns:p14="http://schemas.microsoft.com/office/powerpoint/2010/main" val="10424487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85</Words>
  <Application>Microsoft Office PowerPoint</Application>
  <PresentationFormat>Grand écran</PresentationFormat>
  <Paragraphs>11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9</cp:revision>
  <dcterms:created xsi:type="dcterms:W3CDTF">2026-08-25T08:08:10Z</dcterms:created>
  <dcterms:modified xsi:type="dcterms:W3CDTF">2026-09-02T08:15:49Z</dcterms:modified>
</cp:coreProperties>
</file>