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9019340" y="2112428"/>
            <a:ext cx="28704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  <a:br>
              <a:rPr lang="fr-FR" sz="3200" dirty="0"/>
            </a:br>
            <a:r>
              <a:rPr lang="fr-FR" sz="3200" dirty="0"/>
              <a:t>Ajouter une période bloquée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r>
              <a:rPr lang="fr-FR" dirty="0"/>
              <a:t>Avoir un utilisateur inscrit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/>
              <a:t>Durée : 10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la page périodes Bloquées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56644" y="2417829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50163" y="2195191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AD33EF6-34AD-61EB-D9F2-E19CFB544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34"/>
            <a:ext cx="12192000" cy="6559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1069904" y="594308"/>
            <a:ext cx="1051262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sur créer une période bloquée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45</Words>
  <Application>Microsoft Office PowerPoint</Application>
  <PresentationFormat>Grand écran</PresentationFormat>
  <Paragraphs>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10</cp:revision>
  <dcterms:created xsi:type="dcterms:W3CDTF">2026-08-25T08:08:10Z</dcterms:created>
  <dcterms:modified xsi:type="dcterms:W3CDTF">2026-09-03T07:31:41Z</dcterms:modified>
</cp:coreProperties>
</file>