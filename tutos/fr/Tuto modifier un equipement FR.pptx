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Modifier un équipement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équipement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204348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097281" y="204348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9B15F6C-699E-58E2-A7FE-176C7443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33"/>
            <a:ext cx="12192000" cy="65569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296D6C-CD26-73E7-6249-B119A08D4770}"/>
              </a:ext>
            </a:extLst>
          </p:cNvPr>
          <p:cNvSpPr/>
          <p:nvPr/>
        </p:nvSpPr>
        <p:spPr>
          <a:xfrm>
            <a:off x="11410545" y="667910"/>
            <a:ext cx="680936" cy="197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3CD447-80AC-813A-0EBE-9A115FB75085}"/>
              </a:ext>
            </a:extLst>
          </p:cNvPr>
          <p:cNvSpPr txBox="1"/>
          <p:nvPr/>
        </p:nvSpPr>
        <p:spPr>
          <a:xfrm>
            <a:off x="3355450" y="163170"/>
            <a:ext cx="4285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deux fois sur l’équipement que vous souhaitez modifier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3D677-BC2A-CA82-7B1C-A70AAC56D9F3}"/>
              </a:ext>
            </a:extLst>
          </p:cNvPr>
          <p:cNvSpPr/>
          <p:nvPr/>
        </p:nvSpPr>
        <p:spPr>
          <a:xfrm>
            <a:off x="1630017" y="1191706"/>
            <a:ext cx="10461464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38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082774B-8032-E2EB-FC06-B08CC9262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59"/>
            <a:ext cx="12192000" cy="645648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15DAF45-B150-339E-32CF-842746CC76EF}"/>
              </a:ext>
            </a:extLst>
          </p:cNvPr>
          <p:cNvSpPr txBox="1"/>
          <p:nvPr/>
        </p:nvSpPr>
        <p:spPr>
          <a:xfrm>
            <a:off x="3365771" y="200759"/>
            <a:ext cx="4406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Modifier l’équipement comme vous le souhaitez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890AE-4857-C237-89D4-73553232B482}"/>
              </a:ext>
            </a:extLst>
          </p:cNvPr>
          <p:cNvSpPr/>
          <p:nvPr/>
        </p:nvSpPr>
        <p:spPr>
          <a:xfrm>
            <a:off x="1582310" y="906449"/>
            <a:ext cx="6019137" cy="2170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F85EEC-B410-C8A2-0A3E-68F96F4D5B0F}"/>
              </a:ext>
            </a:extLst>
          </p:cNvPr>
          <p:cNvSpPr txBox="1"/>
          <p:nvPr/>
        </p:nvSpPr>
        <p:spPr>
          <a:xfrm>
            <a:off x="7772400" y="2047893"/>
            <a:ext cx="4406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Laisser aucune , si vous voulez que l’équipement soit réservable par toute les zones. En lui assignant une zone celui-ci ne sera réservable que par ceux faisant une réservation dans cette zone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E37A50-7949-A4D6-A021-20AEFD8A4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10" y="3277291"/>
            <a:ext cx="5426645" cy="20682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FEAA967-AE35-DF20-3F92-3E8B0E2C2F79}"/>
              </a:ext>
            </a:extLst>
          </p:cNvPr>
          <p:cNvSpPr txBox="1"/>
          <p:nvPr/>
        </p:nvSpPr>
        <p:spPr>
          <a:xfrm>
            <a:off x="6096000" y="985826"/>
            <a:ext cx="5199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Veuillez écrire le nom en japonais – anglais pour plus de compréhension par les utilisateurs étrangers</a:t>
            </a:r>
          </a:p>
        </p:txBody>
      </p:sp>
    </p:spTree>
    <p:extLst>
      <p:ext uri="{BB962C8B-B14F-4D97-AF65-F5344CB8AC3E}">
        <p14:creationId xmlns:p14="http://schemas.microsoft.com/office/powerpoint/2010/main" val="295244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B45827F-5097-2733-5178-D50E31995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356"/>
            <a:ext cx="12192000" cy="650928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70A765-FDC9-FB89-FAE7-982DF023B23B}"/>
              </a:ext>
            </a:extLst>
          </p:cNvPr>
          <p:cNvSpPr txBox="1"/>
          <p:nvPr/>
        </p:nvSpPr>
        <p:spPr>
          <a:xfrm>
            <a:off x="3696511" y="311285"/>
            <a:ext cx="438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Cliquer sur enregistrer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909C6-F746-221D-7D94-6330598D7F48}"/>
              </a:ext>
            </a:extLst>
          </p:cNvPr>
          <p:cNvSpPr/>
          <p:nvPr/>
        </p:nvSpPr>
        <p:spPr>
          <a:xfrm>
            <a:off x="11418073" y="680617"/>
            <a:ext cx="667910" cy="23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270AB33-1329-C293-F180-7B3B217888CB}"/>
              </a:ext>
            </a:extLst>
          </p:cNvPr>
          <p:cNvSpPr/>
          <p:nvPr/>
        </p:nvSpPr>
        <p:spPr>
          <a:xfrm rot="16200000">
            <a:off x="11286876" y="1265610"/>
            <a:ext cx="930303" cy="31010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0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FD05A54-AB59-3422-832C-EAF792BFB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60"/>
            <a:ext cx="12192000" cy="65748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F308FD-AFCC-2E05-2974-1FC9C644D15C}"/>
              </a:ext>
            </a:extLst>
          </p:cNvPr>
          <p:cNvSpPr txBox="1"/>
          <p:nvPr/>
        </p:nvSpPr>
        <p:spPr>
          <a:xfrm>
            <a:off x="3745149" y="107503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L’équipement est modifié</a:t>
            </a:r>
          </a:p>
        </p:txBody>
      </p:sp>
    </p:spTree>
    <p:extLst>
      <p:ext uri="{BB962C8B-B14F-4D97-AF65-F5344CB8AC3E}">
        <p14:creationId xmlns:p14="http://schemas.microsoft.com/office/powerpoint/2010/main" val="2272985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106</Words>
  <Application>Microsoft Office PowerPoint</Application>
  <PresentationFormat>Grand écran</PresentationFormat>
  <Paragraphs>14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7</cp:revision>
  <dcterms:created xsi:type="dcterms:W3CDTF">2026-08-25T08:08:10Z</dcterms:created>
  <dcterms:modified xsi:type="dcterms:W3CDTF">2026-09-02T02:41:57Z</dcterms:modified>
</cp:coreProperties>
</file>