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3" r:id="rId7"/>
    <p:sldId id="264" r:id="rId8"/>
    <p:sldId id="265" r:id="rId9"/>
    <p:sldId id="266" r:id="rId10"/>
    <p:sldId id="267" r:id="rId1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D32FE8EF-5D3C-4ECB-A09A-DDAD82496843}">
          <p14:sldIdLst>
            <p14:sldId id="256"/>
            <p14:sldId id="257"/>
            <p14:sldId id="258"/>
            <p14:sldId id="259"/>
            <p14:sldId id="261"/>
            <p14:sldId id="263"/>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120" d="100"/>
          <a:sy n="120" d="100"/>
        </p:scale>
        <p:origin x="12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4F067DC-380E-9625-0EB4-124B8FABB940}"/>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8FAA1CCF-64AA-3BBF-7CF9-ECEADFF3F5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38DEB1BD-CB68-9428-CC95-3CC398866338}"/>
              </a:ext>
            </a:extLst>
          </p:cNvPr>
          <p:cNvSpPr>
            <a:spLocks noGrp="1"/>
          </p:cNvSpPr>
          <p:nvPr>
            <p:ph type="dt" sz="half" idx="10"/>
          </p:nvPr>
        </p:nvSpPr>
        <p:spPr/>
        <p:txBody>
          <a:bodyPr/>
          <a:lstStyle/>
          <a:p>
            <a:fld id="{DB65E655-8CE4-440D-8635-864E805A031C}" type="datetimeFigureOut">
              <a:rPr lang="fr-FR" smtClean="0"/>
              <a:t>02/09/2026</a:t>
            </a:fld>
            <a:endParaRPr lang="fr-FR"/>
          </a:p>
        </p:txBody>
      </p:sp>
      <p:sp>
        <p:nvSpPr>
          <p:cNvPr id="5" name="Espace réservé du pied de page 4">
            <a:extLst>
              <a:ext uri="{FF2B5EF4-FFF2-40B4-BE49-F238E27FC236}">
                <a16:creationId xmlns:a16="http://schemas.microsoft.com/office/drawing/2014/main" id="{B12FD5F3-D27B-6BA7-C337-C50F5630E06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E3694FD-B85B-2B39-A4FA-9DB73AA606DD}"/>
              </a:ext>
            </a:extLst>
          </p:cNvPr>
          <p:cNvSpPr>
            <a:spLocks noGrp="1"/>
          </p:cNvSpPr>
          <p:nvPr>
            <p:ph type="sldNum" sz="quarter" idx="12"/>
          </p:nvPr>
        </p:nvSpPr>
        <p:spPr/>
        <p:txBody>
          <a:bodyPr/>
          <a:lstStyle/>
          <a:p>
            <a:fld id="{1C304BD3-CDAC-4FE3-B20F-AAC0F7511B23}" type="slidenum">
              <a:rPr lang="fr-FR" smtClean="0"/>
              <a:t>‹N°›</a:t>
            </a:fld>
            <a:endParaRPr lang="fr-FR"/>
          </a:p>
        </p:txBody>
      </p:sp>
    </p:spTree>
    <p:extLst>
      <p:ext uri="{BB962C8B-B14F-4D97-AF65-F5344CB8AC3E}">
        <p14:creationId xmlns:p14="http://schemas.microsoft.com/office/powerpoint/2010/main" val="32237534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7F444E2-A1E3-B1B2-C1C2-BFE8F315CDEE}"/>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079B2F3-F090-C8D6-4431-D4CC0DEDCEC5}"/>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22ACC2A-1B5F-E25E-7151-4B36B483DE69}"/>
              </a:ext>
            </a:extLst>
          </p:cNvPr>
          <p:cNvSpPr>
            <a:spLocks noGrp="1"/>
          </p:cNvSpPr>
          <p:nvPr>
            <p:ph type="dt" sz="half" idx="10"/>
          </p:nvPr>
        </p:nvSpPr>
        <p:spPr/>
        <p:txBody>
          <a:bodyPr/>
          <a:lstStyle/>
          <a:p>
            <a:fld id="{DB65E655-8CE4-440D-8635-864E805A031C}" type="datetimeFigureOut">
              <a:rPr lang="fr-FR" smtClean="0"/>
              <a:t>02/09/2026</a:t>
            </a:fld>
            <a:endParaRPr lang="fr-FR"/>
          </a:p>
        </p:txBody>
      </p:sp>
      <p:sp>
        <p:nvSpPr>
          <p:cNvPr id="5" name="Espace réservé du pied de page 4">
            <a:extLst>
              <a:ext uri="{FF2B5EF4-FFF2-40B4-BE49-F238E27FC236}">
                <a16:creationId xmlns:a16="http://schemas.microsoft.com/office/drawing/2014/main" id="{BD239B44-E834-4830-18F5-DC0EEA004C7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6D18E14-3F21-D11A-A179-12CA6902DB81}"/>
              </a:ext>
            </a:extLst>
          </p:cNvPr>
          <p:cNvSpPr>
            <a:spLocks noGrp="1"/>
          </p:cNvSpPr>
          <p:nvPr>
            <p:ph type="sldNum" sz="quarter" idx="12"/>
          </p:nvPr>
        </p:nvSpPr>
        <p:spPr/>
        <p:txBody>
          <a:bodyPr/>
          <a:lstStyle/>
          <a:p>
            <a:fld id="{1C304BD3-CDAC-4FE3-B20F-AAC0F7511B23}" type="slidenum">
              <a:rPr lang="fr-FR" smtClean="0"/>
              <a:t>‹N°›</a:t>
            </a:fld>
            <a:endParaRPr lang="fr-FR"/>
          </a:p>
        </p:txBody>
      </p:sp>
    </p:spTree>
    <p:extLst>
      <p:ext uri="{BB962C8B-B14F-4D97-AF65-F5344CB8AC3E}">
        <p14:creationId xmlns:p14="http://schemas.microsoft.com/office/powerpoint/2010/main" val="531069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0B23FF-9C11-132A-1E17-096E547D40E1}"/>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F5885669-E233-4681-0843-B38404ADB2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700C040D-A89A-44E0-BC13-7087450CD8CC}"/>
              </a:ext>
            </a:extLst>
          </p:cNvPr>
          <p:cNvSpPr>
            <a:spLocks noGrp="1"/>
          </p:cNvSpPr>
          <p:nvPr>
            <p:ph type="dt" sz="half" idx="10"/>
          </p:nvPr>
        </p:nvSpPr>
        <p:spPr/>
        <p:txBody>
          <a:bodyPr/>
          <a:lstStyle/>
          <a:p>
            <a:fld id="{DB65E655-8CE4-440D-8635-864E805A031C}" type="datetimeFigureOut">
              <a:rPr lang="fr-FR" smtClean="0"/>
              <a:t>02/09/2026</a:t>
            </a:fld>
            <a:endParaRPr lang="fr-FR"/>
          </a:p>
        </p:txBody>
      </p:sp>
      <p:sp>
        <p:nvSpPr>
          <p:cNvPr id="5" name="Espace réservé du pied de page 4">
            <a:extLst>
              <a:ext uri="{FF2B5EF4-FFF2-40B4-BE49-F238E27FC236}">
                <a16:creationId xmlns:a16="http://schemas.microsoft.com/office/drawing/2014/main" id="{DDBE5A35-BBC5-3BC4-1B78-6DA8C63C3E6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0D71B30-F847-F601-C238-EE9C6F4407D6}"/>
              </a:ext>
            </a:extLst>
          </p:cNvPr>
          <p:cNvSpPr>
            <a:spLocks noGrp="1"/>
          </p:cNvSpPr>
          <p:nvPr>
            <p:ph type="sldNum" sz="quarter" idx="12"/>
          </p:nvPr>
        </p:nvSpPr>
        <p:spPr/>
        <p:txBody>
          <a:bodyPr/>
          <a:lstStyle/>
          <a:p>
            <a:fld id="{1C304BD3-CDAC-4FE3-B20F-AAC0F7511B23}" type="slidenum">
              <a:rPr lang="fr-FR" smtClean="0"/>
              <a:t>‹N°›</a:t>
            </a:fld>
            <a:endParaRPr lang="fr-FR"/>
          </a:p>
        </p:txBody>
      </p:sp>
    </p:spTree>
    <p:extLst>
      <p:ext uri="{BB962C8B-B14F-4D97-AF65-F5344CB8AC3E}">
        <p14:creationId xmlns:p14="http://schemas.microsoft.com/office/powerpoint/2010/main" val="151724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AD67B62-FA45-5E58-75DA-EAEDF395AEDE}"/>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78383D27-0E32-BB12-125B-15E154A158EA}"/>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D49459AC-4BCA-624C-85B9-0FD59604C15B}"/>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2DE200FF-5A6C-EE7C-C06E-D79AF8FB67BF}"/>
              </a:ext>
            </a:extLst>
          </p:cNvPr>
          <p:cNvSpPr>
            <a:spLocks noGrp="1"/>
          </p:cNvSpPr>
          <p:nvPr>
            <p:ph type="dt" sz="half" idx="10"/>
          </p:nvPr>
        </p:nvSpPr>
        <p:spPr/>
        <p:txBody>
          <a:bodyPr/>
          <a:lstStyle/>
          <a:p>
            <a:fld id="{DB65E655-8CE4-440D-8635-864E805A031C}" type="datetimeFigureOut">
              <a:rPr lang="fr-FR" smtClean="0"/>
              <a:t>02/09/2026</a:t>
            </a:fld>
            <a:endParaRPr lang="fr-FR"/>
          </a:p>
        </p:txBody>
      </p:sp>
      <p:sp>
        <p:nvSpPr>
          <p:cNvPr id="6" name="Espace réservé du pied de page 5">
            <a:extLst>
              <a:ext uri="{FF2B5EF4-FFF2-40B4-BE49-F238E27FC236}">
                <a16:creationId xmlns:a16="http://schemas.microsoft.com/office/drawing/2014/main" id="{E03196C9-13F0-6BD8-73EA-AAB79C4D44D1}"/>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365AA49-44BD-7638-E6BA-F30C6814DF06}"/>
              </a:ext>
            </a:extLst>
          </p:cNvPr>
          <p:cNvSpPr>
            <a:spLocks noGrp="1"/>
          </p:cNvSpPr>
          <p:nvPr>
            <p:ph type="sldNum" sz="quarter" idx="12"/>
          </p:nvPr>
        </p:nvSpPr>
        <p:spPr/>
        <p:txBody>
          <a:bodyPr/>
          <a:lstStyle/>
          <a:p>
            <a:fld id="{1C304BD3-CDAC-4FE3-B20F-AAC0F7511B23}" type="slidenum">
              <a:rPr lang="fr-FR" smtClean="0"/>
              <a:t>‹N°›</a:t>
            </a:fld>
            <a:endParaRPr lang="fr-FR"/>
          </a:p>
        </p:txBody>
      </p:sp>
    </p:spTree>
    <p:extLst>
      <p:ext uri="{BB962C8B-B14F-4D97-AF65-F5344CB8AC3E}">
        <p14:creationId xmlns:p14="http://schemas.microsoft.com/office/powerpoint/2010/main" val="31874846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CAFF69-5814-062F-2208-9CAD5D8AC0D8}"/>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0DA05850-5563-06C3-0F79-509B62AA37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93533C0D-2878-72C9-06C8-54C379306D82}"/>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EEA7F5DC-932D-20FD-4BA7-262E1FF1A3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23BD3244-4694-3C46-209D-79EFF414DA7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941858D0-154F-1ADC-108D-FD13253A751C}"/>
              </a:ext>
            </a:extLst>
          </p:cNvPr>
          <p:cNvSpPr>
            <a:spLocks noGrp="1"/>
          </p:cNvSpPr>
          <p:nvPr>
            <p:ph type="dt" sz="half" idx="10"/>
          </p:nvPr>
        </p:nvSpPr>
        <p:spPr/>
        <p:txBody>
          <a:bodyPr/>
          <a:lstStyle/>
          <a:p>
            <a:fld id="{DB65E655-8CE4-440D-8635-864E805A031C}" type="datetimeFigureOut">
              <a:rPr lang="fr-FR" smtClean="0"/>
              <a:t>02/09/2026</a:t>
            </a:fld>
            <a:endParaRPr lang="fr-FR"/>
          </a:p>
        </p:txBody>
      </p:sp>
      <p:sp>
        <p:nvSpPr>
          <p:cNvPr id="8" name="Espace réservé du pied de page 7">
            <a:extLst>
              <a:ext uri="{FF2B5EF4-FFF2-40B4-BE49-F238E27FC236}">
                <a16:creationId xmlns:a16="http://schemas.microsoft.com/office/drawing/2014/main" id="{34201D06-D648-3775-A700-62A074D8D69B}"/>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49AA6EAB-451A-355E-DFF2-A3C0AD91F862}"/>
              </a:ext>
            </a:extLst>
          </p:cNvPr>
          <p:cNvSpPr>
            <a:spLocks noGrp="1"/>
          </p:cNvSpPr>
          <p:nvPr>
            <p:ph type="sldNum" sz="quarter" idx="12"/>
          </p:nvPr>
        </p:nvSpPr>
        <p:spPr/>
        <p:txBody>
          <a:bodyPr/>
          <a:lstStyle/>
          <a:p>
            <a:fld id="{1C304BD3-CDAC-4FE3-B20F-AAC0F7511B23}" type="slidenum">
              <a:rPr lang="fr-FR" smtClean="0"/>
              <a:t>‹N°›</a:t>
            </a:fld>
            <a:endParaRPr lang="fr-FR"/>
          </a:p>
        </p:txBody>
      </p:sp>
    </p:spTree>
    <p:extLst>
      <p:ext uri="{BB962C8B-B14F-4D97-AF65-F5344CB8AC3E}">
        <p14:creationId xmlns:p14="http://schemas.microsoft.com/office/powerpoint/2010/main" val="4756415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D34BFE-BB63-3916-37CE-754701A46694}"/>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B7D63F97-6538-126B-2A58-B98445F57CCD}"/>
              </a:ext>
            </a:extLst>
          </p:cNvPr>
          <p:cNvSpPr>
            <a:spLocks noGrp="1"/>
          </p:cNvSpPr>
          <p:nvPr>
            <p:ph type="dt" sz="half" idx="10"/>
          </p:nvPr>
        </p:nvSpPr>
        <p:spPr/>
        <p:txBody>
          <a:bodyPr/>
          <a:lstStyle/>
          <a:p>
            <a:fld id="{DB65E655-8CE4-440D-8635-864E805A031C}" type="datetimeFigureOut">
              <a:rPr lang="fr-FR" smtClean="0"/>
              <a:t>02/09/2026</a:t>
            </a:fld>
            <a:endParaRPr lang="fr-FR"/>
          </a:p>
        </p:txBody>
      </p:sp>
      <p:sp>
        <p:nvSpPr>
          <p:cNvPr id="4" name="Espace réservé du pied de page 3">
            <a:extLst>
              <a:ext uri="{FF2B5EF4-FFF2-40B4-BE49-F238E27FC236}">
                <a16:creationId xmlns:a16="http://schemas.microsoft.com/office/drawing/2014/main" id="{9DDEE1C2-4A40-5752-F805-F675B5694501}"/>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A48F308D-F9EF-A110-B5E8-3BE4827E6BE8}"/>
              </a:ext>
            </a:extLst>
          </p:cNvPr>
          <p:cNvSpPr>
            <a:spLocks noGrp="1"/>
          </p:cNvSpPr>
          <p:nvPr>
            <p:ph type="sldNum" sz="quarter" idx="12"/>
          </p:nvPr>
        </p:nvSpPr>
        <p:spPr/>
        <p:txBody>
          <a:bodyPr/>
          <a:lstStyle/>
          <a:p>
            <a:fld id="{1C304BD3-CDAC-4FE3-B20F-AAC0F7511B23}" type="slidenum">
              <a:rPr lang="fr-FR" smtClean="0"/>
              <a:t>‹N°›</a:t>
            </a:fld>
            <a:endParaRPr lang="fr-FR"/>
          </a:p>
        </p:txBody>
      </p:sp>
    </p:spTree>
    <p:extLst>
      <p:ext uri="{BB962C8B-B14F-4D97-AF65-F5344CB8AC3E}">
        <p14:creationId xmlns:p14="http://schemas.microsoft.com/office/powerpoint/2010/main" val="643371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2FE7D094-DCB2-6B65-48A2-54CFF4E806B9}"/>
              </a:ext>
            </a:extLst>
          </p:cNvPr>
          <p:cNvSpPr>
            <a:spLocks noGrp="1"/>
          </p:cNvSpPr>
          <p:nvPr>
            <p:ph type="dt" sz="half" idx="10"/>
          </p:nvPr>
        </p:nvSpPr>
        <p:spPr/>
        <p:txBody>
          <a:bodyPr/>
          <a:lstStyle/>
          <a:p>
            <a:fld id="{DB65E655-8CE4-440D-8635-864E805A031C}" type="datetimeFigureOut">
              <a:rPr lang="fr-FR" smtClean="0"/>
              <a:t>02/09/2026</a:t>
            </a:fld>
            <a:endParaRPr lang="fr-FR"/>
          </a:p>
        </p:txBody>
      </p:sp>
      <p:sp>
        <p:nvSpPr>
          <p:cNvPr id="3" name="Espace réservé du pied de page 2">
            <a:extLst>
              <a:ext uri="{FF2B5EF4-FFF2-40B4-BE49-F238E27FC236}">
                <a16:creationId xmlns:a16="http://schemas.microsoft.com/office/drawing/2014/main" id="{2E06194B-A051-A4B1-669F-F80E19B49EF3}"/>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9E7F0868-1E78-6E78-180B-837D492864A3}"/>
              </a:ext>
            </a:extLst>
          </p:cNvPr>
          <p:cNvSpPr>
            <a:spLocks noGrp="1"/>
          </p:cNvSpPr>
          <p:nvPr>
            <p:ph type="sldNum" sz="quarter" idx="12"/>
          </p:nvPr>
        </p:nvSpPr>
        <p:spPr/>
        <p:txBody>
          <a:bodyPr/>
          <a:lstStyle/>
          <a:p>
            <a:fld id="{1C304BD3-CDAC-4FE3-B20F-AAC0F7511B23}" type="slidenum">
              <a:rPr lang="fr-FR" smtClean="0"/>
              <a:t>‹N°›</a:t>
            </a:fld>
            <a:endParaRPr lang="fr-FR"/>
          </a:p>
        </p:txBody>
      </p:sp>
    </p:spTree>
    <p:extLst>
      <p:ext uri="{BB962C8B-B14F-4D97-AF65-F5344CB8AC3E}">
        <p14:creationId xmlns:p14="http://schemas.microsoft.com/office/powerpoint/2010/main" val="4064175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CE0BBDF-D8D6-6277-4041-9973F55D8A55}"/>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AEEBB844-A144-395A-5388-43B8BA109D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7F06E650-5F81-71CF-D5F3-4B6D3879E9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E7C2D5D6-BC85-8E49-EF08-FD51A588E21C}"/>
              </a:ext>
            </a:extLst>
          </p:cNvPr>
          <p:cNvSpPr>
            <a:spLocks noGrp="1"/>
          </p:cNvSpPr>
          <p:nvPr>
            <p:ph type="dt" sz="half" idx="10"/>
          </p:nvPr>
        </p:nvSpPr>
        <p:spPr/>
        <p:txBody>
          <a:bodyPr/>
          <a:lstStyle/>
          <a:p>
            <a:fld id="{DB65E655-8CE4-440D-8635-864E805A031C}" type="datetimeFigureOut">
              <a:rPr lang="fr-FR" smtClean="0"/>
              <a:t>02/09/2026</a:t>
            </a:fld>
            <a:endParaRPr lang="fr-FR"/>
          </a:p>
        </p:txBody>
      </p:sp>
      <p:sp>
        <p:nvSpPr>
          <p:cNvPr id="6" name="Espace réservé du pied de page 5">
            <a:extLst>
              <a:ext uri="{FF2B5EF4-FFF2-40B4-BE49-F238E27FC236}">
                <a16:creationId xmlns:a16="http://schemas.microsoft.com/office/drawing/2014/main" id="{58AFABC6-DD7C-3D77-05EE-B76A6A9F7C4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1B34038-16E7-D340-8DD3-20AA6B360C89}"/>
              </a:ext>
            </a:extLst>
          </p:cNvPr>
          <p:cNvSpPr>
            <a:spLocks noGrp="1"/>
          </p:cNvSpPr>
          <p:nvPr>
            <p:ph type="sldNum" sz="quarter" idx="12"/>
          </p:nvPr>
        </p:nvSpPr>
        <p:spPr/>
        <p:txBody>
          <a:bodyPr/>
          <a:lstStyle/>
          <a:p>
            <a:fld id="{1C304BD3-CDAC-4FE3-B20F-AAC0F7511B23}" type="slidenum">
              <a:rPr lang="fr-FR" smtClean="0"/>
              <a:t>‹N°›</a:t>
            </a:fld>
            <a:endParaRPr lang="fr-FR"/>
          </a:p>
        </p:txBody>
      </p:sp>
    </p:spTree>
    <p:extLst>
      <p:ext uri="{BB962C8B-B14F-4D97-AF65-F5344CB8AC3E}">
        <p14:creationId xmlns:p14="http://schemas.microsoft.com/office/powerpoint/2010/main" val="769123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ECAFA0-37FF-C800-12F7-590EB26AB9D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93E042B8-A5A6-0715-C402-11D78996D0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64B10D19-2991-CBEE-F805-9E42DB2214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5A9CA33-7CB1-9F5E-8275-853AC19CF8D4}"/>
              </a:ext>
            </a:extLst>
          </p:cNvPr>
          <p:cNvSpPr>
            <a:spLocks noGrp="1"/>
          </p:cNvSpPr>
          <p:nvPr>
            <p:ph type="dt" sz="half" idx="10"/>
          </p:nvPr>
        </p:nvSpPr>
        <p:spPr/>
        <p:txBody>
          <a:bodyPr/>
          <a:lstStyle/>
          <a:p>
            <a:fld id="{DB65E655-8CE4-440D-8635-864E805A031C}" type="datetimeFigureOut">
              <a:rPr lang="fr-FR" smtClean="0"/>
              <a:t>02/09/2026</a:t>
            </a:fld>
            <a:endParaRPr lang="fr-FR"/>
          </a:p>
        </p:txBody>
      </p:sp>
      <p:sp>
        <p:nvSpPr>
          <p:cNvPr id="6" name="Espace réservé du pied de page 5">
            <a:extLst>
              <a:ext uri="{FF2B5EF4-FFF2-40B4-BE49-F238E27FC236}">
                <a16:creationId xmlns:a16="http://schemas.microsoft.com/office/drawing/2014/main" id="{23E329CC-5B54-C788-0179-91E48A2CDED1}"/>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631AA8E-98A8-3841-712E-2263EDBB34C6}"/>
              </a:ext>
            </a:extLst>
          </p:cNvPr>
          <p:cNvSpPr>
            <a:spLocks noGrp="1"/>
          </p:cNvSpPr>
          <p:nvPr>
            <p:ph type="sldNum" sz="quarter" idx="12"/>
          </p:nvPr>
        </p:nvSpPr>
        <p:spPr/>
        <p:txBody>
          <a:bodyPr/>
          <a:lstStyle/>
          <a:p>
            <a:fld id="{1C304BD3-CDAC-4FE3-B20F-AAC0F7511B23}" type="slidenum">
              <a:rPr lang="fr-FR" smtClean="0"/>
              <a:t>‹N°›</a:t>
            </a:fld>
            <a:endParaRPr lang="fr-FR"/>
          </a:p>
        </p:txBody>
      </p:sp>
    </p:spTree>
    <p:extLst>
      <p:ext uri="{BB962C8B-B14F-4D97-AF65-F5344CB8AC3E}">
        <p14:creationId xmlns:p14="http://schemas.microsoft.com/office/powerpoint/2010/main" val="25601156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F4AB316-3A55-3B8D-7F9C-539D44C43B3D}"/>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37669CE-B967-3904-350E-05D5AC8457C4}"/>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F4D18F0-221D-2799-E2C3-3DD8BBD8EE5E}"/>
              </a:ext>
            </a:extLst>
          </p:cNvPr>
          <p:cNvSpPr>
            <a:spLocks noGrp="1"/>
          </p:cNvSpPr>
          <p:nvPr>
            <p:ph type="dt" sz="half" idx="10"/>
          </p:nvPr>
        </p:nvSpPr>
        <p:spPr/>
        <p:txBody>
          <a:bodyPr/>
          <a:lstStyle/>
          <a:p>
            <a:fld id="{DB65E655-8CE4-440D-8635-864E805A031C}" type="datetimeFigureOut">
              <a:rPr lang="fr-FR" smtClean="0"/>
              <a:t>02/09/2026</a:t>
            </a:fld>
            <a:endParaRPr lang="fr-FR"/>
          </a:p>
        </p:txBody>
      </p:sp>
      <p:sp>
        <p:nvSpPr>
          <p:cNvPr id="5" name="Espace réservé du pied de page 4">
            <a:extLst>
              <a:ext uri="{FF2B5EF4-FFF2-40B4-BE49-F238E27FC236}">
                <a16:creationId xmlns:a16="http://schemas.microsoft.com/office/drawing/2014/main" id="{989A133D-D24D-6639-3EE5-FBFDBFC5BF5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BFE4650-3209-9D56-CE8E-EB3F3D5B34FA}"/>
              </a:ext>
            </a:extLst>
          </p:cNvPr>
          <p:cNvSpPr>
            <a:spLocks noGrp="1"/>
          </p:cNvSpPr>
          <p:nvPr>
            <p:ph type="sldNum" sz="quarter" idx="12"/>
          </p:nvPr>
        </p:nvSpPr>
        <p:spPr/>
        <p:txBody>
          <a:bodyPr/>
          <a:lstStyle/>
          <a:p>
            <a:fld id="{1C304BD3-CDAC-4FE3-B20F-AAC0F7511B23}" type="slidenum">
              <a:rPr lang="fr-FR" smtClean="0"/>
              <a:t>‹N°›</a:t>
            </a:fld>
            <a:endParaRPr lang="fr-FR"/>
          </a:p>
        </p:txBody>
      </p:sp>
    </p:spTree>
    <p:extLst>
      <p:ext uri="{BB962C8B-B14F-4D97-AF65-F5344CB8AC3E}">
        <p14:creationId xmlns:p14="http://schemas.microsoft.com/office/powerpoint/2010/main" val="10621761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964DAFA1-1AD6-D3B8-3B1F-13D3589FB93B}"/>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2AF9F752-0294-F5E9-6419-D012EE6A8C0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E1021F4-BB21-F91A-A32A-A5136F9DF388}"/>
              </a:ext>
            </a:extLst>
          </p:cNvPr>
          <p:cNvSpPr>
            <a:spLocks noGrp="1"/>
          </p:cNvSpPr>
          <p:nvPr>
            <p:ph type="dt" sz="half" idx="10"/>
          </p:nvPr>
        </p:nvSpPr>
        <p:spPr/>
        <p:txBody>
          <a:bodyPr/>
          <a:lstStyle/>
          <a:p>
            <a:fld id="{DB65E655-8CE4-440D-8635-864E805A031C}" type="datetimeFigureOut">
              <a:rPr lang="fr-FR" smtClean="0"/>
              <a:t>02/09/2026</a:t>
            </a:fld>
            <a:endParaRPr lang="fr-FR"/>
          </a:p>
        </p:txBody>
      </p:sp>
      <p:sp>
        <p:nvSpPr>
          <p:cNvPr id="5" name="Espace réservé du pied de page 4">
            <a:extLst>
              <a:ext uri="{FF2B5EF4-FFF2-40B4-BE49-F238E27FC236}">
                <a16:creationId xmlns:a16="http://schemas.microsoft.com/office/drawing/2014/main" id="{47D61B4C-FD39-2030-37E9-236800BB3B1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19E5935-4EE3-78C6-CD0B-EFD7B8565AD0}"/>
              </a:ext>
            </a:extLst>
          </p:cNvPr>
          <p:cNvSpPr>
            <a:spLocks noGrp="1"/>
          </p:cNvSpPr>
          <p:nvPr>
            <p:ph type="sldNum" sz="quarter" idx="12"/>
          </p:nvPr>
        </p:nvSpPr>
        <p:spPr/>
        <p:txBody>
          <a:bodyPr/>
          <a:lstStyle/>
          <a:p>
            <a:fld id="{1C304BD3-CDAC-4FE3-B20F-AAC0F7511B23}" type="slidenum">
              <a:rPr lang="fr-FR" smtClean="0"/>
              <a:t>‹N°›</a:t>
            </a:fld>
            <a:endParaRPr lang="fr-FR"/>
          </a:p>
        </p:txBody>
      </p:sp>
    </p:spTree>
    <p:extLst>
      <p:ext uri="{BB962C8B-B14F-4D97-AF65-F5344CB8AC3E}">
        <p14:creationId xmlns:p14="http://schemas.microsoft.com/office/powerpoint/2010/main" val="1582304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602E719-24E8-636E-2120-EF4B675116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75233B76-F3BF-8E30-F84C-D77A485D97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4A174D0-D0A4-84C1-8C43-B4B12EA684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B65E655-8CE4-440D-8635-864E805A031C}" type="datetimeFigureOut">
              <a:rPr lang="fr-FR" smtClean="0"/>
              <a:t>02/09/2026</a:t>
            </a:fld>
            <a:endParaRPr lang="fr-FR"/>
          </a:p>
        </p:txBody>
      </p:sp>
      <p:sp>
        <p:nvSpPr>
          <p:cNvPr id="5" name="Espace réservé du pied de page 4">
            <a:extLst>
              <a:ext uri="{FF2B5EF4-FFF2-40B4-BE49-F238E27FC236}">
                <a16:creationId xmlns:a16="http://schemas.microsoft.com/office/drawing/2014/main" id="{F7603014-3954-A4F7-60E1-D24C6E9608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6CE8281C-AE72-CE0A-A129-D7B3EFFC97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C304BD3-CDAC-4FE3-B20F-AAC0F7511B23}" type="slidenum">
              <a:rPr lang="fr-FR" smtClean="0"/>
              <a:t>‹N°›</a:t>
            </a:fld>
            <a:endParaRPr lang="fr-FR"/>
          </a:p>
        </p:txBody>
      </p:sp>
    </p:spTree>
    <p:extLst>
      <p:ext uri="{BB962C8B-B14F-4D97-AF65-F5344CB8AC3E}">
        <p14:creationId xmlns:p14="http://schemas.microsoft.com/office/powerpoint/2010/main" val="42726953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phique 6">
            <a:extLst>
              <a:ext uri="{FF2B5EF4-FFF2-40B4-BE49-F238E27FC236}">
                <a16:creationId xmlns:a16="http://schemas.microsoft.com/office/drawing/2014/main" id="{937FA99F-1BD3-C041-40CC-58611823BF0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02239" y="1423284"/>
            <a:ext cx="8383234" cy="3650200"/>
          </a:xfrm>
          <a:prstGeom prst="rect">
            <a:avLst/>
          </a:prstGeom>
        </p:spPr>
      </p:pic>
      <p:sp>
        <p:nvSpPr>
          <p:cNvPr id="8" name="ZoneTexte 7">
            <a:extLst>
              <a:ext uri="{FF2B5EF4-FFF2-40B4-BE49-F238E27FC236}">
                <a16:creationId xmlns:a16="http://schemas.microsoft.com/office/drawing/2014/main" id="{994613EC-959F-F168-EC6E-90592EB08F6C}"/>
              </a:ext>
            </a:extLst>
          </p:cNvPr>
          <p:cNvSpPr txBox="1"/>
          <p:nvPr/>
        </p:nvSpPr>
        <p:spPr>
          <a:xfrm>
            <a:off x="9019340" y="2112428"/>
            <a:ext cx="2870421" cy="3046988"/>
          </a:xfrm>
          <a:prstGeom prst="rect">
            <a:avLst/>
          </a:prstGeom>
          <a:noFill/>
        </p:spPr>
        <p:txBody>
          <a:bodyPr wrap="square" rtlCol="0">
            <a:spAutoFit/>
          </a:bodyPr>
          <a:lstStyle/>
          <a:p>
            <a:r>
              <a:rPr lang="fr-FR" sz="3200" dirty="0"/>
              <a:t>Tutoriel :</a:t>
            </a:r>
            <a:br>
              <a:rPr lang="fr-FR" sz="3200" dirty="0"/>
            </a:br>
            <a:r>
              <a:rPr lang="fr-FR" sz="3200" dirty="0"/>
              <a:t>Modifier les informations d’un utilisateur ainsi que son mot de passe</a:t>
            </a:r>
          </a:p>
        </p:txBody>
      </p:sp>
    </p:spTree>
    <p:extLst>
      <p:ext uri="{BB962C8B-B14F-4D97-AF65-F5344CB8AC3E}">
        <p14:creationId xmlns:p14="http://schemas.microsoft.com/office/powerpoint/2010/main" val="22822169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EDA93D-D45B-5892-68AB-7F5F020431C3}"/>
              </a:ext>
            </a:extLst>
          </p:cNvPr>
          <p:cNvSpPr>
            <a:spLocks noGrp="1"/>
          </p:cNvSpPr>
          <p:nvPr>
            <p:ph type="title"/>
          </p:nvPr>
        </p:nvSpPr>
        <p:spPr/>
        <p:txBody>
          <a:bodyPr/>
          <a:lstStyle/>
          <a:p>
            <a:r>
              <a:rPr lang="fr-FR" dirty="0"/>
              <a:t>Prérequis </a:t>
            </a:r>
          </a:p>
        </p:txBody>
      </p:sp>
      <p:sp>
        <p:nvSpPr>
          <p:cNvPr id="3" name="Espace réservé du contenu 2">
            <a:extLst>
              <a:ext uri="{FF2B5EF4-FFF2-40B4-BE49-F238E27FC236}">
                <a16:creationId xmlns:a16="http://schemas.microsoft.com/office/drawing/2014/main" id="{66F44CC8-50E5-0022-8D95-6796BC762F5D}"/>
              </a:ext>
            </a:extLst>
          </p:cNvPr>
          <p:cNvSpPr>
            <a:spLocks noGrp="1"/>
          </p:cNvSpPr>
          <p:nvPr>
            <p:ph idx="1"/>
          </p:nvPr>
        </p:nvSpPr>
        <p:spPr/>
        <p:txBody>
          <a:bodyPr/>
          <a:lstStyle/>
          <a:p>
            <a:r>
              <a:rPr lang="fr-FR" dirty="0"/>
              <a:t>Avoir un compte admin</a:t>
            </a:r>
          </a:p>
          <a:p>
            <a:r>
              <a:rPr lang="fr-FR" dirty="0"/>
              <a:t>Avoir un utilisateur inscrit</a:t>
            </a:r>
            <a:br>
              <a:rPr lang="fr-FR" dirty="0"/>
            </a:br>
            <a:endParaRPr lang="fr-FR" dirty="0"/>
          </a:p>
          <a:p>
            <a:pPr marL="0" indent="0">
              <a:buNone/>
            </a:pPr>
            <a:r>
              <a:rPr lang="fr-FR" dirty="0"/>
              <a:t>Durée : 10 minutes</a:t>
            </a:r>
          </a:p>
        </p:txBody>
      </p:sp>
    </p:spTree>
    <p:extLst>
      <p:ext uri="{BB962C8B-B14F-4D97-AF65-F5344CB8AC3E}">
        <p14:creationId xmlns:p14="http://schemas.microsoft.com/office/powerpoint/2010/main" val="30697144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A394AA27-C643-1A40-3F45-871356A18E01}"/>
              </a:ext>
            </a:extLst>
          </p:cNvPr>
          <p:cNvPicPr>
            <a:picLocks noChangeAspect="1"/>
          </p:cNvPicPr>
          <p:nvPr/>
        </p:nvPicPr>
        <p:blipFill>
          <a:blip r:embed="rId2"/>
          <a:stretch>
            <a:fillRect/>
          </a:stretch>
        </p:blipFill>
        <p:spPr>
          <a:xfrm>
            <a:off x="1175901" y="886070"/>
            <a:ext cx="8175724" cy="4350623"/>
          </a:xfrm>
          <a:prstGeom prst="rect">
            <a:avLst/>
          </a:prstGeom>
        </p:spPr>
      </p:pic>
      <p:sp>
        <p:nvSpPr>
          <p:cNvPr id="5" name="Rectangle 4">
            <a:extLst>
              <a:ext uri="{FF2B5EF4-FFF2-40B4-BE49-F238E27FC236}">
                <a16:creationId xmlns:a16="http://schemas.microsoft.com/office/drawing/2014/main" id="{90053533-F479-FC99-48EA-709ED4D0A564}"/>
              </a:ext>
            </a:extLst>
          </p:cNvPr>
          <p:cNvSpPr/>
          <p:nvPr/>
        </p:nvSpPr>
        <p:spPr>
          <a:xfrm>
            <a:off x="2146852" y="3061381"/>
            <a:ext cx="2242268" cy="10470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Flèche : bas 5">
            <a:extLst>
              <a:ext uri="{FF2B5EF4-FFF2-40B4-BE49-F238E27FC236}">
                <a16:creationId xmlns:a16="http://schemas.microsoft.com/office/drawing/2014/main" id="{B16A3C2F-3DDD-D60D-B12B-490213B8144F}"/>
              </a:ext>
            </a:extLst>
          </p:cNvPr>
          <p:cNvSpPr/>
          <p:nvPr/>
        </p:nvSpPr>
        <p:spPr>
          <a:xfrm rot="10800000">
            <a:off x="2829678" y="4129068"/>
            <a:ext cx="876616" cy="67294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D8EAD953-5D9A-4DAB-9CDB-DEBB5FBBEBFA}"/>
              </a:ext>
            </a:extLst>
          </p:cNvPr>
          <p:cNvSpPr txBox="1"/>
          <p:nvPr/>
        </p:nvSpPr>
        <p:spPr>
          <a:xfrm>
            <a:off x="9573370" y="1995777"/>
            <a:ext cx="2250220" cy="1569660"/>
          </a:xfrm>
          <a:prstGeom prst="rect">
            <a:avLst/>
          </a:prstGeom>
          <a:noFill/>
        </p:spPr>
        <p:txBody>
          <a:bodyPr wrap="square" rtlCol="0">
            <a:spAutoFit/>
          </a:bodyPr>
          <a:lstStyle/>
          <a:p>
            <a:r>
              <a:rPr lang="fr-FR" sz="2400" dirty="0"/>
              <a:t>Remplissez vos informations et cliquer sur se connecter</a:t>
            </a:r>
          </a:p>
        </p:txBody>
      </p:sp>
    </p:spTree>
    <p:extLst>
      <p:ext uri="{BB962C8B-B14F-4D97-AF65-F5344CB8AC3E}">
        <p14:creationId xmlns:p14="http://schemas.microsoft.com/office/powerpoint/2010/main" val="22202434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133F51E0-8BD6-8F9F-F4F3-73367668C7D0}"/>
              </a:ext>
            </a:extLst>
          </p:cNvPr>
          <p:cNvPicPr>
            <a:picLocks noChangeAspect="1"/>
          </p:cNvPicPr>
          <p:nvPr/>
        </p:nvPicPr>
        <p:blipFill>
          <a:blip r:embed="rId2"/>
          <a:stretch>
            <a:fillRect/>
          </a:stretch>
        </p:blipFill>
        <p:spPr>
          <a:xfrm>
            <a:off x="0" y="145296"/>
            <a:ext cx="12192000" cy="6567407"/>
          </a:xfrm>
          <a:prstGeom prst="rect">
            <a:avLst/>
          </a:prstGeom>
        </p:spPr>
      </p:pic>
      <p:sp>
        <p:nvSpPr>
          <p:cNvPr id="2" name="ZoneTexte 1">
            <a:extLst>
              <a:ext uri="{FF2B5EF4-FFF2-40B4-BE49-F238E27FC236}">
                <a16:creationId xmlns:a16="http://schemas.microsoft.com/office/drawing/2014/main" id="{AFC257DF-B764-3A26-399B-A2B56B278587}"/>
              </a:ext>
            </a:extLst>
          </p:cNvPr>
          <p:cNvSpPr txBox="1"/>
          <p:nvPr/>
        </p:nvSpPr>
        <p:spPr>
          <a:xfrm>
            <a:off x="2122998" y="333955"/>
            <a:ext cx="6917635" cy="369332"/>
          </a:xfrm>
          <a:prstGeom prst="rect">
            <a:avLst/>
          </a:prstGeom>
          <a:noFill/>
        </p:spPr>
        <p:txBody>
          <a:bodyPr wrap="square" rtlCol="0">
            <a:spAutoFit/>
          </a:bodyPr>
          <a:lstStyle/>
          <a:p>
            <a:r>
              <a:rPr lang="fr-FR" dirty="0">
                <a:solidFill>
                  <a:srgbClr val="FF0000"/>
                </a:solidFill>
              </a:rPr>
              <a:t>1. Aller sur la page utilisateurs</a:t>
            </a:r>
          </a:p>
        </p:txBody>
      </p:sp>
      <p:sp>
        <p:nvSpPr>
          <p:cNvPr id="11" name="Rectangle 10">
            <a:extLst>
              <a:ext uri="{FF2B5EF4-FFF2-40B4-BE49-F238E27FC236}">
                <a16:creationId xmlns:a16="http://schemas.microsoft.com/office/drawing/2014/main" id="{58C15124-D1A8-D79C-735F-F1ADF4E784C2}"/>
              </a:ext>
            </a:extLst>
          </p:cNvPr>
          <p:cNvSpPr/>
          <p:nvPr/>
        </p:nvSpPr>
        <p:spPr>
          <a:xfrm>
            <a:off x="0" y="1009815"/>
            <a:ext cx="707666" cy="17492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Flèche : bas 11">
            <a:extLst>
              <a:ext uri="{FF2B5EF4-FFF2-40B4-BE49-F238E27FC236}">
                <a16:creationId xmlns:a16="http://schemas.microsoft.com/office/drawing/2014/main" id="{81964726-70FB-93C0-1403-A727935A60E4}"/>
              </a:ext>
            </a:extLst>
          </p:cNvPr>
          <p:cNvSpPr/>
          <p:nvPr/>
        </p:nvSpPr>
        <p:spPr>
          <a:xfrm rot="5400000">
            <a:off x="956142" y="787179"/>
            <a:ext cx="361785" cy="620203"/>
          </a:xfrm>
          <a:prstGeom prst="downArrow">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0527336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id="{EBFAD3C9-F51D-5E98-B1E0-7DC79C884D1B}"/>
              </a:ext>
            </a:extLst>
          </p:cNvPr>
          <p:cNvPicPr>
            <a:picLocks noChangeAspect="1"/>
          </p:cNvPicPr>
          <p:nvPr/>
        </p:nvPicPr>
        <p:blipFill>
          <a:blip r:embed="rId2"/>
          <a:stretch>
            <a:fillRect/>
          </a:stretch>
        </p:blipFill>
        <p:spPr>
          <a:xfrm>
            <a:off x="0" y="203603"/>
            <a:ext cx="12192000" cy="6450793"/>
          </a:xfrm>
          <a:prstGeom prst="rect">
            <a:avLst/>
          </a:prstGeom>
        </p:spPr>
      </p:pic>
      <p:sp>
        <p:nvSpPr>
          <p:cNvPr id="4" name="Rectangle 3">
            <a:extLst>
              <a:ext uri="{FF2B5EF4-FFF2-40B4-BE49-F238E27FC236}">
                <a16:creationId xmlns:a16="http://schemas.microsoft.com/office/drawing/2014/main" id="{F1CC1EAF-D52C-9538-9FD4-0BE936C0197C}"/>
              </a:ext>
            </a:extLst>
          </p:cNvPr>
          <p:cNvSpPr/>
          <p:nvPr/>
        </p:nvSpPr>
        <p:spPr>
          <a:xfrm>
            <a:off x="1622066" y="254442"/>
            <a:ext cx="3904091" cy="27034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6675BCBF-A012-4AD0-BED0-79A9A71D83DB}"/>
              </a:ext>
            </a:extLst>
          </p:cNvPr>
          <p:cNvSpPr txBox="1"/>
          <p:nvPr/>
        </p:nvSpPr>
        <p:spPr>
          <a:xfrm>
            <a:off x="5876014" y="341906"/>
            <a:ext cx="4182386" cy="646331"/>
          </a:xfrm>
          <a:prstGeom prst="rect">
            <a:avLst/>
          </a:prstGeom>
          <a:noFill/>
        </p:spPr>
        <p:txBody>
          <a:bodyPr wrap="square" rtlCol="0">
            <a:spAutoFit/>
          </a:bodyPr>
          <a:lstStyle/>
          <a:p>
            <a:r>
              <a:rPr lang="fr-FR" dirty="0">
                <a:solidFill>
                  <a:srgbClr val="FF0000"/>
                </a:solidFill>
              </a:rPr>
              <a:t>2. Taper le nom de l’utilisateur dans la barre de recherche </a:t>
            </a:r>
          </a:p>
        </p:txBody>
      </p:sp>
    </p:spTree>
    <p:extLst>
      <p:ext uri="{BB962C8B-B14F-4D97-AF65-F5344CB8AC3E}">
        <p14:creationId xmlns:p14="http://schemas.microsoft.com/office/powerpoint/2010/main" val="11336813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CFDC9-EBBE-9E7E-7585-CF4BE66F3DB2}"/>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901A77D5-A12D-FCEA-F99C-6A3C187BCA06}"/>
              </a:ext>
            </a:extLst>
          </p:cNvPr>
          <p:cNvPicPr>
            <a:picLocks noChangeAspect="1"/>
          </p:cNvPicPr>
          <p:nvPr/>
        </p:nvPicPr>
        <p:blipFill>
          <a:blip r:embed="rId2"/>
          <a:stretch>
            <a:fillRect/>
          </a:stretch>
        </p:blipFill>
        <p:spPr>
          <a:xfrm>
            <a:off x="0" y="222620"/>
            <a:ext cx="12192000" cy="6412760"/>
          </a:xfrm>
          <a:prstGeom prst="rect">
            <a:avLst/>
          </a:prstGeom>
        </p:spPr>
      </p:pic>
      <p:sp>
        <p:nvSpPr>
          <p:cNvPr id="4" name="Rectangle 3">
            <a:extLst>
              <a:ext uri="{FF2B5EF4-FFF2-40B4-BE49-F238E27FC236}">
                <a16:creationId xmlns:a16="http://schemas.microsoft.com/office/drawing/2014/main" id="{BFC05D39-48EB-DF37-2815-59477422463E}"/>
              </a:ext>
            </a:extLst>
          </p:cNvPr>
          <p:cNvSpPr/>
          <p:nvPr/>
        </p:nvSpPr>
        <p:spPr>
          <a:xfrm>
            <a:off x="1622066" y="254442"/>
            <a:ext cx="3904091" cy="27034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DD71A254-33DE-BD13-F244-88A4E0171FB3}"/>
              </a:ext>
            </a:extLst>
          </p:cNvPr>
          <p:cNvSpPr txBox="1"/>
          <p:nvPr/>
        </p:nvSpPr>
        <p:spPr>
          <a:xfrm>
            <a:off x="5876014" y="341906"/>
            <a:ext cx="4182386" cy="646331"/>
          </a:xfrm>
          <a:prstGeom prst="rect">
            <a:avLst/>
          </a:prstGeom>
          <a:noFill/>
        </p:spPr>
        <p:txBody>
          <a:bodyPr wrap="square" rtlCol="0">
            <a:spAutoFit/>
          </a:bodyPr>
          <a:lstStyle/>
          <a:p>
            <a:r>
              <a:rPr lang="fr-FR" dirty="0">
                <a:solidFill>
                  <a:srgbClr val="FF0000"/>
                </a:solidFill>
              </a:rPr>
              <a:t>3. Double cliquer sur l’utilisateur que vous souhaitez modifier</a:t>
            </a:r>
          </a:p>
        </p:txBody>
      </p:sp>
      <p:sp>
        <p:nvSpPr>
          <p:cNvPr id="8" name="Rectangle 7">
            <a:extLst>
              <a:ext uri="{FF2B5EF4-FFF2-40B4-BE49-F238E27FC236}">
                <a16:creationId xmlns:a16="http://schemas.microsoft.com/office/drawing/2014/main" id="{260707D6-D461-5772-5ED8-F7EAFBCB51D4}"/>
              </a:ext>
            </a:extLst>
          </p:cNvPr>
          <p:cNvSpPr/>
          <p:nvPr/>
        </p:nvSpPr>
        <p:spPr>
          <a:xfrm>
            <a:off x="1685677" y="1590261"/>
            <a:ext cx="10137913" cy="27034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3806638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924DD-5B03-E830-5E40-58F96B99F14F}"/>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10C04081-11D2-8E11-240B-8B4631407632}"/>
              </a:ext>
            </a:extLst>
          </p:cNvPr>
          <p:cNvPicPr>
            <a:picLocks noChangeAspect="1"/>
          </p:cNvPicPr>
          <p:nvPr/>
        </p:nvPicPr>
        <p:blipFill>
          <a:blip r:embed="rId2"/>
          <a:stretch>
            <a:fillRect/>
          </a:stretch>
        </p:blipFill>
        <p:spPr>
          <a:xfrm>
            <a:off x="0" y="143557"/>
            <a:ext cx="12192000" cy="6550060"/>
          </a:xfrm>
          <a:prstGeom prst="rect">
            <a:avLst/>
          </a:prstGeom>
        </p:spPr>
      </p:pic>
      <p:sp>
        <p:nvSpPr>
          <p:cNvPr id="4" name="Rectangle 3">
            <a:extLst>
              <a:ext uri="{FF2B5EF4-FFF2-40B4-BE49-F238E27FC236}">
                <a16:creationId xmlns:a16="http://schemas.microsoft.com/office/drawing/2014/main" id="{C8D6E85D-1256-4A27-E9A9-4062E780ED19}"/>
              </a:ext>
            </a:extLst>
          </p:cNvPr>
          <p:cNvSpPr/>
          <p:nvPr/>
        </p:nvSpPr>
        <p:spPr>
          <a:xfrm>
            <a:off x="1606164" y="665071"/>
            <a:ext cx="4333460" cy="60493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670B19D9-2288-9C5B-5670-EA19300061B0}"/>
              </a:ext>
            </a:extLst>
          </p:cNvPr>
          <p:cNvSpPr txBox="1"/>
          <p:nvPr/>
        </p:nvSpPr>
        <p:spPr>
          <a:xfrm>
            <a:off x="6558649" y="1110649"/>
            <a:ext cx="4182386" cy="1200329"/>
          </a:xfrm>
          <a:prstGeom prst="rect">
            <a:avLst/>
          </a:prstGeom>
          <a:noFill/>
        </p:spPr>
        <p:txBody>
          <a:bodyPr wrap="square" rtlCol="0">
            <a:spAutoFit/>
          </a:bodyPr>
          <a:lstStyle/>
          <a:p>
            <a:r>
              <a:rPr lang="fr-FR" dirty="0">
                <a:solidFill>
                  <a:srgbClr val="FF0000"/>
                </a:solidFill>
              </a:rPr>
              <a:t>4. Parcourez les champs utilisateurs que vous souhaitez modifier , les champs google ID et LINE ID ne doivent jamais être modifié </a:t>
            </a:r>
          </a:p>
        </p:txBody>
      </p:sp>
      <p:pic>
        <p:nvPicPr>
          <p:cNvPr id="9" name="Image 8">
            <a:extLst>
              <a:ext uri="{FF2B5EF4-FFF2-40B4-BE49-F238E27FC236}">
                <a16:creationId xmlns:a16="http://schemas.microsoft.com/office/drawing/2014/main" id="{FA69BC73-1CFC-F0C7-7714-13E2031748EC}"/>
              </a:ext>
            </a:extLst>
          </p:cNvPr>
          <p:cNvPicPr>
            <a:picLocks noChangeAspect="1"/>
          </p:cNvPicPr>
          <p:nvPr/>
        </p:nvPicPr>
        <p:blipFill>
          <a:blip r:embed="rId3"/>
          <a:stretch>
            <a:fillRect/>
          </a:stretch>
        </p:blipFill>
        <p:spPr>
          <a:xfrm>
            <a:off x="6558649" y="2582765"/>
            <a:ext cx="4794928" cy="2966966"/>
          </a:xfrm>
          <a:prstGeom prst="rect">
            <a:avLst/>
          </a:prstGeom>
        </p:spPr>
      </p:pic>
      <p:sp>
        <p:nvSpPr>
          <p:cNvPr id="10" name="Rectangle 9">
            <a:extLst>
              <a:ext uri="{FF2B5EF4-FFF2-40B4-BE49-F238E27FC236}">
                <a16:creationId xmlns:a16="http://schemas.microsoft.com/office/drawing/2014/main" id="{6C0F8629-F14D-7B1A-D158-CD8856F7E4BB}"/>
              </a:ext>
            </a:extLst>
          </p:cNvPr>
          <p:cNvSpPr/>
          <p:nvPr/>
        </p:nvSpPr>
        <p:spPr>
          <a:xfrm>
            <a:off x="6446146" y="2508531"/>
            <a:ext cx="4604368" cy="311543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682300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3A54C-67EA-EBBA-55A6-80DFFC8BD247}"/>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1D8B3C08-A5BA-CEF5-B0C0-AD3DA4325274}"/>
              </a:ext>
            </a:extLst>
          </p:cNvPr>
          <p:cNvPicPr>
            <a:picLocks noChangeAspect="1"/>
          </p:cNvPicPr>
          <p:nvPr/>
        </p:nvPicPr>
        <p:blipFill>
          <a:blip r:embed="rId2"/>
          <a:stretch>
            <a:fillRect/>
          </a:stretch>
        </p:blipFill>
        <p:spPr>
          <a:xfrm>
            <a:off x="0" y="146289"/>
            <a:ext cx="12192000" cy="6565421"/>
          </a:xfrm>
          <a:prstGeom prst="rect">
            <a:avLst/>
          </a:prstGeom>
        </p:spPr>
      </p:pic>
      <p:sp>
        <p:nvSpPr>
          <p:cNvPr id="4" name="Rectangle 3">
            <a:extLst>
              <a:ext uri="{FF2B5EF4-FFF2-40B4-BE49-F238E27FC236}">
                <a16:creationId xmlns:a16="http://schemas.microsoft.com/office/drawing/2014/main" id="{91527A05-F4B9-1C9F-0A3C-B9E37D80B358}"/>
              </a:ext>
            </a:extLst>
          </p:cNvPr>
          <p:cNvSpPr/>
          <p:nvPr/>
        </p:nvSpPr>
        <p:spPr>
          <a:xfrm>
            <a:off x="1391830" y="665071"/>
            <a:ext cx="5534952" cy="60493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B2F2BDBA-6A3A-DFA7-CDFC-D09276AC7E1A}"/>
              </a:ext>
            </a:extLst>
          </p:cNvPr>
          <p:cNvSpPr txBox="1"/>
          <p:nvPr/>
        </p:nvSpPr>
        <p:spPr>
          <a:xfrm>
            <a:off x="7173643" y="754599"/>
            <a:ext cx="4182386" cy="1477328"/>
          </a:xfrm>
          <a:prstGeom prst="rect">
            <a:avLst/>
          </a:prstGeom>
          <a:noFill/>
        </p:spPr>
        <p:txBody>
          <a:bodyPr wrap="square" rtlCol="0">
            <a:spAutoFit/>
          </a:bodyPr>
          <a:lstStyle/>
          <a:p>
            <a:r>
              <a:rPr lang="fr-FR" dirty="0">
                <a:solidFill>
                  <a:srgbClr val="FF0000"/>
                </a:solidFill>
              </a:rPr>
              <a:t>5. Si vous souhaitez modifier le mot de passe d’un utilisateur, après qu’il l’ai oublier par exemple il suffit de remplir la dernière case avec un nouveau mot de passe et lui communiquer</a:t>
            </a:r>
          </a:p>
        </p:txBody>
      </p:sp>
      <p:sp>
        <p:nvSpPr>
          <p:cNvPr id="8" name="ZoneTexte 7">
            <a:extLst>
              <a:ext uri="{FF2B5EF4-FFF2-40B4-BE49-F238E27FC236}">
                <a16:creationId xmlns:a16="http://schemas.microsoft.com/office/drawing/2014/main" id="{357C6B86-F981-1082-205C-324C2BDB8669}"/>
              </a:ext>
            </a:extLst>
          </p:cNvPr>
          <p:cNvSpPr txBox="1"/>
          <p:nvPr/>
        </p:nvSpPr>
        <p:spPr>
          <a:xfrm>
            <a:off x="7460857" y="3074973"/>
            <a:ext cx="4029833" cy="646331"/>
          </a:xfrm>
          <a:prstGeom prst="rect">
            <a:avLst/>
          </a:prstGeom>
          <a:noFill/>
        </p:spPr>
        <p:txBody>
          <a:bodyPr wrap="square" rtlCol="0">
            <a:spAutoFit/>
          </a:bodyPr>
          <a:lstStyle/>
          <a:p>
            <a:r>
              <a:rPr lang="fr-FR" dirty="0"/>
              <a:t>Le champs Google ID et Line ID ne doivent pas être modifié</a:t>
            </a:r>
          </a:p>
        </p:txBody>
      </p:sp>
    </p:spTree>
    <p:extLst>
      <p:ext uri="{BB962C8B-B14F-4D97-AF65-F5344CB8AC3E}">
        <p14:creationId xmlns:p14="http://schemas.microsoft.com/office/powerpoint/2010/main" val="8263619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12A87-3144-A9EB-EA17-877196E124B8}"/>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042BF261-6C63-F13A-9936-A618B8899AB1}"/>
              </a:ext>
            </a:extLst>
          </p:cNvPr>
          <p:cNvPicPr>
            <a:picLocks noChangeAspect="1"/>
          </p:cNvPicPr>
          <p:nvPr/>
        </p:nvPicPr>
        <p:blipFill>
          <a:blip r:embed="rId2"/>
          <a:stretch>
            <a:fillRect/>
          </a:stretch>
        </p:blipFill>
        <p:spPr>
          <a:xfrm>
            <a:off x="0" y="146289"/>
            <a:ext cx="12192000" cy="6565421"/>
          </a:xfrm>
          <a:prstGeom prst="rect">
            <a:avLst/>
          </a:prstGeom>
        </p:spPr>
      </p:pic>
      <p:sp>
        <p:nvSpPr>
          <p:cNvPr id="4" name="Rectangle 3">
            <a:extLst>
              <a:ext uri="{FF2B5EF4-FFF2-40B4-BE49-F238E27FC236}">
                <a16:creationId xmlns:a16="http://schemas.microsoft.com/office/drawing/2014/main" id="{0FC7DFBB-8461-7A8F-7112-F0B79238FB1E}"/>
              </a:ext>
            </a:extLst>
          </p:cNvPr>
          <p:cNvSpPr/>
          <p:nvPr/>
        </p:nvSpPr>
        <p:spPr>
          <a:xfrm>
            <a:off x="11449878" y="146289"/>
            <a:ext cx="580445" cy="30693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A4051097-9AE5-E0A4-EE6E-3FFC78ADBEA5}"/>
              </a:ext>
            </a:extLst>
          </p:cNvPr>
          <p:cNvSpPr txBox="1"/>
          <p:nvPr/>
        </p:nvSpPr>
        <p:spPr>
          <a:xfrm>
            <a:off x="7173643" y="754599"/>
            <a:ext cx="4182386" cy="369332"/>
          </a:xfrm>
          <a:prstGeom prst="rect">
            <a:avLst/>
          </a:prstGeom>
          <a:noFill/>
        </p:spPr>
        <p:txBody>
          <a:bodyPr wrap="square" rtlCol="0">
            <a:spAutoFit/>
          </a:bodyPr>
          <a:lstStyle/>
          <a:p>
            <a:r>
              <a:rPr lang="fr-FR" dirty="0">
                <a:solidFill>
                  <a:srgbClr val="FF0000"/>
                </a:solidFill>
              </a:rPr>
              <a:t>6. Cliquez sur sauvegarder</a:t>
            </a:r>
          </a:p>
        </p:txBody>
      </p:sp>
    </p:spTree>
    <p:extLst>
      <p:ext uri="{BB962C8B-B14F-4D97-AF65-F5344CB8AC3E}">
        <p14:creationId xmlns:p14="http://schemas.microsoft.com/office/powerpoint/2010/main" val="36255477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14893-FDD0-EE0A-30F6-FAA0793ED643}"/>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35B806E4-4096-D70D-29E4-3B71D3C97F62}"/>
              </a:ext>
            </a:extLst>
          </p:cNvPr>
          <p:cNvPicPr>
            <a:picLocks noChangeAspect="1"/>
          </p:cNvPicPr>
          <p:nvPr/>
        </p:nvPicPr>
        <p:blipFill>
          <a:blip r:embed="rId2"/>
          <a:stretch>
            <a:fillRect/>
          </a:stretch>
        </p:blipFill>
        <p:spPr>
          <a:xfrm>
            <a:off x="0" y="218547"/>
            <a:ext cx="12192000" cy="6420906"/>
          </a:xfrm>
          <a:prstGeom prst="rect">
            <a:avLst/>
          </a:prstGeom>
        </p:spPr>
      </p:pic>
      <p:sp>
        <p:nvSpPr>
          <p:cNvPr id="5" name="ZoneTexte 4">
            <a:extLst>
              <a:ext uri="{FF2B5EF4-FFF2-40B4-BE49-F238E27FC236}">
                <a16:creationId xmlns:a16="http://schemas.microsoft.com/office/drawing/2014/main" id="{8C1569C0-0739-BA41-7604-F3B413751C60}"/>
              </a:ext>
            </a:extLst>
          </p:cNvPr>
          <p:cNvSpPr txBox="1"/>
          <p:nvPr/>
        </p:nvSpPr>
        <p:spPr>
          <a:xfrm>
            <a:off x="4940410" y="87059"/>
            <a:ext cx="4182386" cy="369332"/>
          </a:xfrm>
          <a:prstGeom prst="rect">
            <a:avLst/>
          </a:prstGeom>
          <a:noFill/>
        </p:spPr>
        <p:txBody>
          <a:bodyPr wrap="square" rtlCol="0">
            <a:spAutoFit/>
          </a:bodyPr>
          <a:lstStyle/>
          <a:p>
            <a:r>
              <a:rPr lang="fr-FR" dirty="0">
                <a:solidFill>
                  <a:srgbClr val="FF0000"/>
                </a:solidFill>
              </a:rPr>
              <a:t>7. L’utilisateur à été modifier </a:t>
            </a:r>
          </a:p>
        </p:txBody>
      </p:sp>
    </p:spTree>
    <p:extLst>
      <p:ext uri="{BB962C8B-B14F-4D97-AF65-F5344CB8AC3E}">
        <p14:creationId xmlns:p14="http://schemas.microsoft.com/office/powerpoint/2010/main" val="1091335750"/>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659</TotalTime>
  <Words>146</Words>
  <Application>Microsoft Office PowerPoint</Application>
  <PresentationFormat>Grand écran</PresentationFormat>
  <Paragraphs>14</Paragraphs>
  <Slides>10</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10</vt:i4>
      </vt:variant>
    </vt:vector>
  </HeadingPairs>
  <TitlesOfParts>
    <vt:vector size="14" baseType="lpstr">
      <vt:lpstr>Aptos</vt:lpstr>
      <vt:lpstr>Aptos Display</vt:lpstr>
      <vt:lpstr>Arial</vt:lpstr>
      <vt:lpstr>Thème Office</vt:lpstr>
      <vt:lpstr>Présentation PowerPoint</vt:lpstr>
      <vt:lpstr>Prérequis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Tom Raineri</dc:creator>
  <cp:lastModifiedBy>Tom Raineri</cp:lastModifiedBy>
  <cp:revision>8</cp:revision>
  <dcterms:created xsi:type="dcterms:W3CDTF">2026-08-25T08:08:10Z</dcterms:created>
  <dcterms:modified xsi:type="dcterms:W3CDTF">2026-09-02T08:06:53Z</dcterms:modified>
</cp:coreProperties>
</file>