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0" r:id="rId5"/>
    <p:sldId id="259" r:id="rId6"/>
    <p:sldId id="271" r:id="rId7"/>
    <p:sldId id="272" r:id="rId8"/>
    <p:sldId id="283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D32FE8EF-5D3C-4ECB-A09A-DDAD82496843}">
          <p14:sldIdLst>
            <p14:sldId id="256"/>
            <p14:sldId id="257"/>
            <p14:sldId id="258"/>
            <p14:sldId id="270"/>
            <p14:sldId id="259"/>
            <p14:sldId id="271"/>
            <p14:sldId id="272"/>
            <p14:sldId id="283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F067DC-380E-9625-0EB4-124B8FABB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AA1CCF-64AA-3BBF-7CF9-ECEADFF3F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DEB1BD-CB68-9428-CC95-3CC398866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2FD5F3-D27B-6BA7-C337-C50F5630E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3694FD-B85B-2B39-A4FA-9DB73AA60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3753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F444E2-A1E3-B1B2-C1C2-BFE8F315C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79B2F3-F090-C8D6-4431-D4CC0DEDC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2ACC2A-1B5F-E25E-7151-4B36B483D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239B44-E834-4830-18F5-DC0EEA004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D18E14-3F21-D11A-A179-12CA6902D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106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0B23FF-9C11-132A-1E17-096E547D4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5885669-E233-4681-0843-B38404ADB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0C040D-A89A-44E0-BC13-7087450CD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BE5A35-BBC5-3BC4-1B78-6DA8C63C3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D71B30-F847-F601-C238-EE9C6F44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724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D67B62-FA45-5E58-75DA-EAEDF395A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383D27-0E32-BB12-125B-15E154A15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49459AC-4BCA-624C-85B9-0FD59604C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E200FF-5A6C-EE7C-C06E-D79AF8FB6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03196C9-13F0-6BD8-73EA-AAB79C4D4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365AA49-44BD-7638-E6BA-F30C6814D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7484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CAFF69-5814-062F-2208-9CAD5D8AC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A05850-5563-06C3-0F79-509B62AA3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3533C0D-2878-72C9-06C8-54C379306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EA7F5DC-932D-20FD-4BA7-262E1FF1A3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3BD3244-4694-3C46-209D-79EFF414DA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41858D0-154F-1ADC-108D-FD13253A7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4201D06-D648-3775-A700-62A074D8D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9AA6EAB-451A-355E-DFF2-A3C0AD91F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564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D34BFE-BB63-3916-37CE-754701A46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7D63F97-6538-126B-2A58-B98445F5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DDEE1C2-4A40-5752-F805-F675B5694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48F308D-F9EF-A110-B5E8-3BE4827E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3371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FE7D094-DCB2-6B65-48A2-54CFF4E80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E06194B-A051-A4B1-669F-F80E19B49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E7F0868-1E78-6E78-180B-837D49286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417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E0BBDF-D8D6-6277-4041-9973F55D8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EBB844-A144-395A-5388-43B8BA109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F06E650-5F81-71CF-D5F3-4B6D3879E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7C2D5D6-BC85-8E49-EF08-FD51A588E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8AFABC6-DD7C-3D77-05EE-B76A6A9F7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1B34038-16E7-D340-8DD3-20AA6B360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9123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ECAFA0-37FF-C800-12F7-590EB26AB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3E042B8-A5A6-0715-C402-11D78996D0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4B10D19-2991-CBEE-F805-9E42DB2214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A9CA33-7CB1-9F5E-8275-853AC19CF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3E329CC-5B54-C788-0179-91E48A2C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631AA8E-98A8-3841-712E-2263EDBB3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0115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4AB316-3A55-3B8D-7F9C-539D44C43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37669CE-B967-3904-350E-05D5AC845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4D18F0-221D-2799-E2C3-3DD8BBD8E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9A133D-D24D-6639-3EE5-FBFDBFC5B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FE4650-3209-9D56-CE8E-EB3F3D5B3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2176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64DAFA1-1AD6-D3B8-3B1F-13D3589FB9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AF9F752-0294-F5E9-6419-D012EE6A8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E1021F4-BB21-F91A-A32A-A5136F9DF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D61B4C-FD39-2030-37E9-236800BB3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9E5935-4EE3-78C6-CD0B-EFD7B8565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230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602E719-24E8-636E-2120-EF4B67511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5233B76-F3BF-8E30-F84C-D77A485D9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A174D0-D0A4-84C1-8C43-B4B12EA684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603014-3954-A4F7-60E1-D24C6E960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E8281C-AE72-CE0A-A129-D7B3EFFC97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69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que 6">
            <a:extLst>
              <a:ext uri="{FF2B5EF4-FFF2-40B4-BE49-F238E27FC236}">
                <a16:creationId xmlns:a16="http://schemas.microsoft.com/office/drawing/2014/main" id="{937FA99F-1BD3-C041-40CC-58611823BF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2239" y="1423284"/>
            <a:ext cx="8383234" cy="36502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994613EC-959F-F168-EC6E-90592EB08F6C}"/>
              </a:ext>
            </a:extLst>
          </p:cNvPr>
          <p:cNvSpPr txBox="1"/>
          <p:nvPr/>
        </p:nvSpPr>
        <p:spPr>
          <a:xfrm>
            <a:off x="8953169" y="2414578"/>
            <a:ext cx="287042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/>
              <a:t>Tutoriel :</a:t>
            </a:r>
            <a:br>
              <a:rPr lang="fr-FR" sz="3200" dirty="0"/>
            </a:br>
            <a:r>
              <a:rPr lang="fr-FR" sz="3200" dirty="0"/>
              <a:t>Accepter ou refuser une </a:t>
            </a:r>
            <a:r>
              <a:rPr lang="fr-FR" sz="3200" dirty="0" err="1"/>
              <a:t>reservation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2282216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EDA93D-D45B-5892-68AB-7F5F02043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Prérequis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F44CC8-50E5-0022-8D95-6796BC762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Avoir un compte admin</a:t>
            </a:r>
          </a:p>
          <a:p>
            <a:r>
              <a:rPr lang="fr-FR" dirty="0"/>
              <a:t>Avoir une nouvelle réservation en attente</a:t>
            </a:r>
            <a:br>
              <a:rPr lang="fr-FR" dirty="0"/>
            </a:br>
            <a:endParaRPr lang="fr-FR" dirty="0"/>
          </a:p>
          <a:p>
            <a:pPr marL="0" indent="0">
              <a:buNone/>
            </a:pPr>
            <a:r>
              <a:rPr lang="fr-FR" dirty="0"/>
              <a:t>Durée : 5 minutes</a:t>
            </a:r>
          </a:p>
        </p:txBody>
      </p:sp>
    </p:spTree>
    <p:extLst>
      <p:ext uri="{BB962C8B-B14F-4D97-AF65-F5344CB8AC3E}">
        <p14:creationId xmlns:p14="http://schemas.microsoft.com/office/powerpoint/2010/main" val="3069714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394AA27-C643-1A40-3F45-871356A18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901" y="886070"/>
            <a:ext cx="8175724" cy="435062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0053533-F479-FC99-48EA-709ED4D0A564}"/>
              </a:ext>
            </a:extLst>
          </p:cNvPr>
          <p:cNvSpPr/>
          <p:nvPr/>
        </p:nvSpPr>
        <p:spPr>
          <a:xfrm>
            <a:off x="2146852" y="3061381"/>
            <a:ext cx="2242268" cy="10470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 : bas 5">
            <a:extLst>
              <a:ext uri="{FF2B5EF4-FFF2-40B4-BE49-F238E27FC236}">
                <a16:creationId xmlns:a16="http://schemas.microsoft.com/office/drawing/2014/main" id="{B16A3C2F-3DDD-D60D-B12B-490213B8144F}"/>
              </a:ext>
            </a:extLst>
          </p:cNvPr>
          <p:cNvSpPr/>
          <p:nvPr/>
        </p:nvSpPr>
        <p:spPr>
          <a:xfrm rot="10800000">
            <a:off x="2829678" y="4129068"/>
            <a:ext cx="876616" cy="6729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8EAD953-5D9A-4DAB-9CDB-DEBB5FBBEBFA}"/>
              </a:ext>
            </a:extLst>
          </p:cNvPr>
          <p:cNvSpPr txBox="1"/>
          <p:nvPr/>
        </p:nvSpPr>
        <p:spPr>
          <a:xfrm>
            <a:off x="9573370" y="1995777"/>
            <a:ext cx="22502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Remplissez vos informations et cliquer sur se connecter</a:t>
            </a:r>
          </a:p>
        </p:txBody>
      </p:sp>
    </p:spTree>
    <p:extLst>
      <p:ext uri="{BB962C8B-B14F-4D97-AF65-F5344CB8AC3E}">
        <p14:creationId xmlns:p14="http://schemas.microsoft.com/office/powerpoint/2010/main" val="2220243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D454F-BDE4-CCFB-D473-DD6A20756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FF213F9B-FC58-0535-52B6-2F747EF2153F}"/>
              </a:ext>
            </a:extLst>
          </p:cNvPr>
          <p:cNvSpPr txBox="1"/>
          <p:nvPr/>
        </p:nvSpPr>
        <p:spPr>
          <a:xfrm>
            <a:off x="3045350" y="2592125"/>
            <a:ext cx="58680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rgbClr val="FF0000"/>
                </a:solidFill>
              </a:rPr>
              <a:t>Option 1: visualiser depuis le calendrier</a:t>
            </a:r>
          </a:p>
        </p:txBody>
      </p:sp>
    </p:spTree>
    <p:extLst>
      <p:ext uri="{BB962C8B-B14F-4D97-AF65-F5344CB8AC3E}">
        <p14:creationId xmlns:p14="http://schemas.microsoft.com/office/powerpoint/2010/main" val="729949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133F51E0-8BD6-8F9F-F4F3-73367668C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296"/>
            <a:ext cx="12192000" cy="6567407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AFC257DF-B764-3A26-399B-A2B56B278587}"/>
              </a:ext>
            </a:extLst>
          </p:cNvPr>
          <p:cNvSpPr txBox="1"/>
          <p:nvPr/>
        </p:nvSpPr>
        <p:spPr>
          <a:xfrm>
            <a:off x="2122998" y="333955"/>
            <a:ext cx="6917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1. Se déplacer dans le calendrier jusqu’à la demande de </a:t>
            </a:r>
            <a:r>
              <a:rPr lang="fr-FR" dirty="0" err="1">
                <a:solidFill>
                  <a:srgbClr val="FF0000"/>
                </a:solidFill>
              </a:rPr>
              <a:t>reservation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84BA3B-C000-F009-96F8-A28A01E7F62F}"/>
              </a:ext>
            </a:extLst>
          </p:cNvPr>
          <p:cNvSpPr/>
          <p:nvPr/>
        </p:nvSpPr>
        <p:spPr>
          <a:xfrm>
            <a:off x="1693627" y="2330230"/>
            <a:ext cx="620201" cy="3816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282E52-D2EF-6FF0-B555-CE79B139D30A}"/>
              </a:ext>
            </a:extLst>
          </p:cNvPr>
          <p:cNvSpPr/>
          <p:nvPr/>
        </p:nvSpPr>
        <p:spPr>
          <a:xfrm>
            <a:off x="8340918" y="2330230"/>
            <a:ext cx="842839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2BB8D7-1DB8-3397-680D-A60C0F84A9D2}"/>
              </a:ext>
            </a:extLst>
          </p:cNvPr>
          <p:cNvSpPr/>
          <p:nvPr/>
        </p:nvSpPr>
        <p:spPr>
          <a:xfrm>
            <a:off x="4834393" y="4699221"/>
            <a:ext cx="1343770" cy="16379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2733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2AA40-F39D-C18E-97DD-E88576D15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7210EE30-0DE3-25BF-9B38-291C486E6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296"/>
            <a:ext cx="12192000" cy="6567407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5D0F37D8-B002-F253-49FA-13BDDF9F2066}"/>
              </a:ext>
            </a:extLst>
          </p:cNvPr>
          <p:cNvSpPr txBox="1"/>
          <p:nvPr/>
        </p:nvSpPr>
        <p:spPr>
          <a:xfrm>
            <a:off x="2122998" y="333955"/>
            <a:ext cx="6917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2. Cliquer sur la demande de réservation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53FF6A-B169-72B9-8944-A000B37836E1}"/>
              </a:ext>
            </a:extLst>
          </p:cNvPr>
          <p:cNvSpPr/>
          <p:nvPr/>
        </p:nvSpPr>
        <p:spPr>
          <a:xfrm>
            <a:off x="4985467" y="4874150"/>
            <a:ext cx="1110533" cy="13040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Flèche : bas 3">
            <a:extLst>
              <a:ext uri="{FF2B5EF4-FFF2-40B4-BE49-F238E27FC236}">
                <a16:creationId xmlns:a16="http://schemas.microsoft.com/office/drawing/2014/main" id="{3D93BAAB-D1C9-DA8F-F214-CE4271B74E3F}"/>
              </a:ext>
            </a:extLst>
          </p:cNvPr>
          <p:cNvSpPr/>
          <p:nvPr/>
        </p:nvSpPr>
        <p:spPr>
          <a:xfrm>
            <a:off x="5267739" y="3760967"/>
            <a:ext cx="477078" cy="771276"/>
          </a:xfrm>
          <a:prstGeom prst="down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5201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CE6EE-AF17-CCCF-7C97-4C9AC838B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DA30F8F2-CC7A-DD24-1574-B07AA5FDC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594"/>
            <a:ext cx="12192000" cy="6574811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1B0A14D0-4F12-2CF8-6711-9F38D34527E1}"/>
              </a:ext>
            </a:extLst>
          </p:cNvPr>
          <p:cNvSpPr txBox="1"/>
          <p:nvPr/>
        </p:nvSpPr>
        <p:spPr>
          <a:xfrm>
            <a:off x="3148717" y="397566"/>
            <a:ext cx="6917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3. Valider ou refuser la demande de réservation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111E38-C3CA-7E09-DABB-B9CE141C595A}"/>
              </a:ext>
            </a:extLst>
          </p:cNvPr>
          <p:cNvSpPr/>
          <p:nvPr/>
        </p:nvSpPr>
        <p:spPr>
          <a:xfrm>
            <a:off x="6957391" y="5319423"/>
            <a:ext cx="1669774" cy="5088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504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58582600-221D-F761-545F-E0E461258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498535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FF4A9FDA-0318-A11E-5022-4CA6DD18D45D}"/>
              </a:ext>
            </a:extLst>
          </p:cNvPr>
          <p:cNvSpPr txBox="1"/>
          <p:nvPr/>
        </p:nvSpPr>
        <p:spPr>
          <a:xfrm>
            <a:off x="3419061" y="214685"/>
            <a:ext cx="4786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4. La demande a été accepté</a:t>
            </a:r>
          </a:p>
        </p:txBody>
      </p:sp>
    </p:spTree>
    <p:extLst>
      <p:ext uri="{BB962C8B-B14F-4D97-AF65-F5344CB8AC3E}">
        <p14:creationId xmlns:p14="http://schemas.microsoft.com/office/powerpoint/2010/main" val="1411403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6DBD6-4601-3048-A2C4-A0E701546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824E4542-EE22-12A1-BC98-5D8433BECDBA}"/>
              </a:ext>
            </a:extLst>
          </p:cNvPr>
          <p:cNvSpPr txBox="1"/>
          <p:nvPr/>
        </p:nvSpPr>
        <p:spPr>
          <a:xfrm>
            <a:off x="3045350" y="2592125"/>
            <a:ext cx="58680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rgbClr val="FF0000"/>
                </a:solidFill>
              </a:rPr>
              <a:t>Option 2: visualiser depuis la liste des réservations en attente et voir les monopoles</a:t>
            </a:r>
          </a:p>
        </p:txBody>
      </p:sp>
    </p:spTree>
    <p:extLst>
      <p:ext uri="{BB962C8B-B14F-4D97-AF65-F5344CB8AC3E}">
        <p14:creationId xmlns:p14="http://schemas.microsoft.com/office/powerpoint/2010/main" val="1361098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1F512-401F-A086-FD4C-01C56A786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85D6D48-2A09-06FC-522D-5FA9C8631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296"/>
            <a:ext cx="12192000" cy="6567407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61566AC1-D289-8167-EF28-45EB0DEA9745}"/>
              </a:ext>
            </a:extLst>
          </p:cNvPr>
          <p:cNvSpPr txBox="1"/>
          <p:nvPr/>
        </p:nvSpPr>
        <p:spPr>
          <a:xfrm>
            <a:off x="2122998" y="333955"/>
            <a:ext cx="6917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1. Cliquer sur afficher les </a:t>
            </a:r>
            <a:r>
              <a:rPr lang="fr-FR" dirty="0" err="1">
                <a:solidFill>
                  <a:srgbClr val="FF0000"/>
                </a:solidFill>
              </a:rPr>
              <a:t>reservations</a:t>
            </a:r>
            <a:r>
              <a:rPr lang="fr-FR" dirty="0">
                <a:solidFill>
                  <a:srgbClr val="FF0000"/>
                </a:solidFill>
              </a:rPr>
              <a:t> en attente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8C0DB7-5E3A-FD86-A8C6-2C2024A30AF7}"/>
              </a:ext>
            </a:extLst>
          </p:cNvPr>
          <p:cNvSpPr/>
          <p:nvPr/>
        </p:nvSpPr>
        <p:spPr>
          <a:xfrm>
            <a:off x="1574357" y="944763"/>
            <a:ext cx="2655737" cy="7806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3532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33C79-125B-E49D-7B8A-687E5CD56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83D907D2-4400-528B-6EC5-0ECD68E7E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7"/>
            <a:ext cx="12192000" cy="6557965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DF63572F-60FD-45C2-BDD7-3D33240BA261}"/>
              </a:ext>
            </a:extLst>
          </p:cNvPr>
          <p:cNvSpPr txBox="1"/>
          <p:nvPr/>
        </p:nvSpPr>
        <p:spPr>
          <a:xfrm>
            <a:off x="2409245" y="294073"/>
            <a:ext cx="6917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2. Sélectionner la réservation que vous souhaiter traiter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4E5C7F-05CE-7A23-3A9F-818F45C4140B}"/>
              </a:ext>
            </a:extLst>
          </p:cNvPr>
          <p:cNvSpPr/>
          <p:nvPr/>
        </p:nvSpPr>
        <p:spPr>
          <a:xfrm>
            <a:off x="1590259" y="1176793"/>
            <a:ext cx="10519578" cy="10575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8133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AB2C8-32C7-1ABA-A4FA-300EF0957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8E3218FC-A169-6C28-8EA6-DADE69937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7"/>
            <a:ext cx="12192000" cy="6557965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70F3EC48-18AC-1DCA-98D5-813662D44566}"/>
              </a:ext>
            </a:extLst>
          </p:cNvPr>
          <p:cNvSpPr txBox="1"/>
          <p:nvPr/>
        </p:nvSpPr>
        <p:spPr>
          <a:xfrm>
            <a:off x="2409245" y="294073"/>
            <a:ext cx="6917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3. Optionnel Afficher les réservations de l’utilisateur pour le mois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B6C5A0-CBAD-4A75-23B8-3227EDCDE984}"/>
              </a:ext>
            </a:extLst>
          </p:cNvPr>
          <p:cNvSpPr/>
          <p:nvPr/>
        </p:nvSpPr>
        <p:spPr>
          <a:xfrm>
            <a:off x="10432111" y="1208598"/>
            <a:ext cx="636105" cy="2385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Flèche : bas 3">
            <a:extLst>
              <a:ext uri="{FF2B5EF4-FFF2-40B4-BE49-F238E27FC236}">
                <a16:creationId xmlns:a16="http://schemas.microsoft.com/office/drawing/2014/main" id="{1225C3EA-67F2-8B9D-1E02-637A026DE629}"/>
              </a:ext>
            </a:extLst>
          </p:cNvPr>
          <p:cNvSpPr/>
          <p:nvPr/>
        </p:nvSpPr>
        <p:spPr>
          <a:xfrm>
            <a:off x="10531502" y="811033"/>
            <a:ext cx="437321" cy="341906"/>
          </a:xfrm>
          <a:prstGeom prst="down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2259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08B97-EE1F-BF74-E321-3F86E6151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394FE536-A56E-598E-61DC-0BDD359AE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320"/>
            <a:ext cx="12192000" cy="6573359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69306ECF-E976-5BC0-F0B9-06F1F391F063}"/>
              </a:ext>
            </a:extLst>
          </p:cNvPr>
          <p:cNvSpPr txBox="1"/>
          <p:nvPr/>
        </p:nvSpPr>
        <p:spPr>
          <a:xfrm>
            <a:off x="2409245" y="294073"/>
            <a:ext cx="6917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4. Décider si oui ou non vous acceptez la demande de réservation</a:t>
            </a:r>
          </a:p>
        </p:txBody>
      </p:sp>
    </p:spTree>
    <p:extLst>
      <p:ext uri="{BB962C8B-B14F-4D97-AF65-F5344CB8AC3E}">
        <p14:creationId xmlns:p14="http://schemas.microsoft.com/office/powerpoint/2010/main" val="38809472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F7334-42F9-7A20-F1B0-9A4274125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60BF1CBB-B4DF-4E98-9F9E-F6D86E9E8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320"/>
            <a:ext cx="12192000" cy="6573359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7F1604FB-BFAC-E0CC-2EDA-CA390E6CDF09}"/>
              </a:ext>
            </a:extLst>
          </p:cNvPr>
          <p:cNvSpPr txBox="1"/>
          <p:nvPr/>
        </p:nvSpPr>
        <p:spPr>
          <a:xfrm>
            <a:off x="2409245" y="294073"/>
            <a:ext cx="6917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5. Revenir aux demandes de réservation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80E609-401F-CCBF-F027-B8EE1D3F1229}"/>
              </a:ext>
            </a:extLst>
          </p:cNvPr>
          <p:cNvSpPr/>
          <p:nvPr/>
        </p:nvSpPr>
        <p:spPr>
          <a:xfrm>
            <a:off x="8897510" y="4460682"/>
            <a:ext cx="811033" cy="2941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Flèche : droite 3">
            <a:extLst>
              <a:ext uri="{FF2B5EF4-FFF2-40B4-BE49-F238E27FC236}">
                <a16:creationId xmlns:a16="http://schemas.microsoft.com/office/drawing/2014/main" id="{EBA51799-CEC6-16E3-735E-00AA5E1DCBA6}"/>
              </a:ext>
            </a:extLst>
          </p:cNvPr>
          <p:cNvSpPr/>
          <p:nvPr/>
        </p:nvSpPr>
        <p:spPr>
          <a:xfrm>
            <a:off x="7855889" y="4595854"/>
            <a:ext cx="930302" cy="119269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58046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A403C-7807-F03C-71CF-CFAE6D6EB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356DDE42-1024-E4E8-B0FC-D441ABC32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7"/>
            <a:ext cx="12192000" cy="6557965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D106E5CC-4A1E-E3BA-BB65-DF4C880BDF6F}"/>
              </a:ext>
            </a:extLst>
          </p:cNvPr>
          <p:cNvSpPr txBox="1"/>
          <p:nvPr/>
        </p:nvSpPr>
        <p:spPr>
          <a:xfrm>
            <a:off x="2409245" y="294073"/>
            <a:ext cx="6917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6.Optionnel Afficher les </a:t>
            </a:r>
            <a:r>
              <a:rPr lang="fr-FR" dirty="0" err="1">
                <a:solidFill>
                  <a:srgbClr val="FF0000"/>
                </a:solidFill>
              </a:rPr>
              <a:t>details</a:t>
            </a:r>
            <a:r>
              <a:rPr lang="fr-FR" dirty="0">
                <a:solidFill>
                  <a:srgbClr val="FF0000"/>
                </a:solidFill>
              </a:rPr>
              <a:t> de la </a:t>
            </a:r>
            <a:r>
              <a:rPr lang="fr-FR" dirty="0" err="1">
                <a:solidFill>
                  <a:srgbClr val="FF0000"/>
                </a:solidFill>
              </a:rPr>
              <a:t>reservation</a:t>
            </a:r>
            <a:r>
              <a:rPr lang="fr-FR" dirty="0">
                <a:solidFill>
                  <a:srgbClr val="FF0000"/>
                </a:solidFill>
              </a:rPr>
              <a:t> en cliquant sur la </a:t>
            </a:r>
            <a:r>
              <a:rPr lang="fr-FR" dirty="0" err="1">
                <a:solidFill>
                  <a:srgbClr val="FF0000"/>
                </a:solidFill>
              </a:rPr>
              <a:t>reservation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FD4757-F482-A60D-9272-E1D84DB37EE5}"/>
              </a:ext>
            </a:extLst>
          </p:cNvPr>
          <p:cNvSpPr/>
          <p:nvPr/>
        </p:nvSpPr>
        <p:spPr>
          <a:xfrm>
            <a:off x="1606163" y="1208598"/>
            <a:ext cx="8158039" cy="2385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13497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E864A-5A17-FE48-FF51-3EFE13C46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8F455F0-DF9A-8091-CA3E-64A5643E1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25" y="0"/>
            <a:ext cx="11287549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CC8F8EE1-16F2-019D-E0C4-535CAD0C6F26}"/>
              </a:ext>
            </a:extLst>
          </p:cNvPr>
          <p:cNvSpPr txBox="1"/>
          <p:nvPr/>
        </p:nvSpPr>
        <p:spPr>
          <a:xfrm>
            <a:off x="2409245" y="294073"/>
            <a:ext cx="6917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7. Revenir à la liste des réservations en attente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BD4A7C-938F-BF8F-46AF-7B432FF2C7BC}"/>
              </a:ext>
            </a:extLst>
          </p:cNvPr>
          <p:cNvSpPr/>
          <p:nvPr/>
        </p:nvSpPr>
        <p:spPr>
          <a:xfrm>
            <a:off x="10373989" y="478739"/>
            <a:ext cx="663547" cy="2385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lèche : droite 7">
            <a:extLst>
              <a:ext uri="{FF2B5EF4-FFF2-40B4-BE49-F238E27FC236}">
                <a16:creationId xmlns:a16="http://schemas.microsoft.com/office/drawing/2014/main" id="{E98D979D-D544-F60D-DD63-FF3DFCC0392D}"/>
              </a:ext>
            </a:extLst>
          </p:cNvPr>
          <p:cNvSpPr/>
          <p:nvPr/>
        </p:nvSpPr>
        <p:spPr>
          <a:xfrm>
            <a:off x="9700591" y="556591"/>
            <a:ext cx="564543" cy="160688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56576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D9D6C-A761-7F3E-04CC-F4ED60CD2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AF466D21-6EC3-BF60-0E46-BACB3253C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7"/>
            <a:ext cx="12192000" cy="6557965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2A48F2A3-CA7B-7779-ACF4-82B8809E57C9}"/>
              </a:ext>
            </a:extLst>
          </p:cNvPr>
          <p:cNvSpPr txBox="1"/>
          <p:nvPr/>
        </p:nvSpPr>
        <p:spPr>
          <a:xfrm>
            <a:off x="2409245" y="294073"/>
            <a:ext cx="6917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8. Valider ou refuser la réservation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5EA6DD-2DE1-59B3-F638-1B9F7D546478}"/>
              </a:ext>
            </a:extLst>
          </p:cNvPr>
          <p:cNvSpPr/>
          <p:nvPr/>
        </p:nvSpPr>
        <p:spPr>
          <a:xfrm flipH="1">
            <a:off x="11115922" y="1208598"/>
            <a:ext cx="938254" cy="2385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32120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2383A0E-465F-91C0-A36E-AFF214B61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546"/>
            <a:ext cx="12192000" cy="6566908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4C97F965-2CF7-7DAA-2759-55C37B9AB805}"/>
              </a:ext>
            </a:extLst>
          </p:cNvPr>
          <p:cNvSpPr txBox="1"/>
          <p:nvPr/>
        </p:nvSpPr>
        <p:spPr>
          <a:xfrm>
            <a:off x="3232628" y="457200"/>
            <a:ext cx="4562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9. La réservation à été accepté ou refusé</a:t>
            </a:r>
          </a:p>
        </p:txBody>
      </p:sp>
    </p:spTree>
    <p:extLst>
      <p:ext uri="{BB962C8B-B14F-4D97-AF65-F5344CB8AC3E}">
        <p14:creationId xmlns:p14="http://schemas.microsoft.com/office/powerpoint/2010/main" val="163858670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517</TotalTime>
  <Words>179</Words>
  <Application>Microsoft Office PowerPoint</Application>
  <PresentationFormat>Grand écran</PresentationFormat>
  <Paragraphs>21</Paragraphs>
  <Slides>18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Thème Office</vt:lpstr>
      <vt:lpstr>Présentation PowerPoint</vt:lpstr>
      <vt:lpstr>Prérequis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Raineri</dc:creator>
  <cp:lastModifiedBy>Tom Raineri</cp:lastModifiedBy>
  <cp:revision>5</cp:revision>
  <dcterms:created xsi:type="dcterms:W3CDTF">2026-08-25T08:08:10Z</dcterms:created>
  <dcterms:modified xsi:type="dcterms:W3CDTF">2026-08-31T05:42:36Z</dcterms:modified>
</cp:coreProperties>
</file>