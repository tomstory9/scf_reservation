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tion par défaut" id="{D32FE8EF-5D3C-4ECB-A09A-DDAD82496843}">
          <p14:sldIdLst>
            <p14:sldId id="256"/>
            <p14:sldId id="257"/>
            <p14:sldId id="258"/>
            <p14:sldId id="259"/>
            <p14:sldId id="260"/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4F067DC-380E-9625-0EB4-124B8FABB9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FAA1CCF-64AA-3BBF-7CF9-ECEADFF3F5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8DEB1BD-CB68-9428-CC95-3CC398866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02/09/2026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12FD5F3-D27B-6BA7-C337-C50F5630E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E3694FD-B85B-2B39-A4FA-9DB73AA60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237534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7F444E2-A1E3-B1B2-C1C2-BFE8F315C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079B2F3-F090-C8D6-4431-D4CC0DEDCE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22ACC2A-1B5F-E25E-7151-4B36B483D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02/09/2026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D239B44-E834-4830-18F5-DC0EEA004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6D18E14-3F21-D11A-A179-12CA6902D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310694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E0B23FF-9C11-132A-1E17-096E547D4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5885669-E233-4681-0843-B38404ADB2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00C040D-A89A-44E0-BC13-7087450CD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02/09/2026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DBE5A35-BBC5-3BC4-1B78-6DA8C63C3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0D71B30-F847-F601-C238-EE9C6F440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17246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AD67B62-FA45-5E58-75DA-EAEDF395A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8383D27-0E32-BB12-125B-15E154A158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49459AC-4BCA-624C-85B9-0FD59604C1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DE200FF-5A6C-EE7C-C06E-D79AF8FB6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02/09/2026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03196C9-13F0-6BD8-73EA-AAB79C4D4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365AA49-44BD-7638-E6BA-F30C6814D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874846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5CAFF69-5814-062F-2208-9CAD5D8AC0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DA05850-5563-06C3-0F79-509B62AA37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3533C0D-2878-72C9-06C8-54C379306D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EEA7F5DC-932D-20FD-4BA7-262E1FF1A3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23BD3244-4694-3C46-209D-79EFF414DA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941858D0-154F-1ADC-108D-FD13253A7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02/09/2026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34201D06-D648-3775-A700-62A074D8D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49AA6EAB-451A-355E-DFF2-A3C0AD91F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75641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CD34BFE-BB63-3916-37CE-754701A46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7D63F97-6538-126B-2A58-B98445F57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02/09/2026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DDEE1C2-4A40-5752-F805-F675B5694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48F308D-F9EF-A110-B5E8-3BE4827E6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433710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2FE7D094-DCB2-6B65-48A2-54CFF4E80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02/09/2026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E06194B-A051-A4B1-669F-F80E19B49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E7F0868-1E78-6E78-180B-837D49286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64175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CE0BBDF-D8D6-6277-4041-9973F55D8A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EEBB844-A144-395A-5388-43B8BA109D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F06E650-5F81-71CF-D5F3-4B6D3879E9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7C2D5D6-BC85-8E49-EF08-FD51A588E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02/09/2026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8AFABC6-DD7C-3D77-05EE-B76A6A9F7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1B34038-16E7-D340-8DD3-20AA6B360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691239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CECAFA0-37FF-C800-12F7-590EB26AB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93E042B8-A5A6-0715-C402-11D78996D0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4B10D19-2991-CBEE-F805-9E42DB2214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5A9CA33-7CB1-9F5E-8275-853AC19CF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02/09/2026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3E329CC-5B54-C788-0179-91E48A2CD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631AA8E-98A8-3841-712E-2263EDBB3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601156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F4AB316-3A55-3B8D-7F9C-539D44C43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37669CE-B967-3904-350E-05D5AC8457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F4D18F0-221D-2799-E2C3-3DD8BBD8E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02/09/2026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89A133D-D24D-6639-3EE5-FBFDBFC5B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BFE4650-3209-9D56-CE8E-EB3F3D5B3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621761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964DAFA1-1AD6-D3B8-3B1F-13D3589FB9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2AF9F752-0294-F5E9-6419-D012EE6A8C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E1021F4-BB21-F91A-A32A-A5136F9DF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02/09/2026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7D61B4C-FD39-2030-37E9-236800BB3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19E5935-4EE3-78C6-CD0B-EFD7B8565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82304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4602E719-24E8-636E-2120-EF4B67511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5233B76-F3BF-8E30-F84C-D77A485D97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4A174D0-D0A4-84C1-8C43-B4B12EA684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65E655-8CE4-440D-8635-864E805A031C}" type="datetimeFigureOut">
              <a:rPr lang="fr-FR" smtClean="0"/>
              <a:t>02/09/2026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7603014-3954-A4F7-60E1-D24C6E9608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CE8281C-AE72-CE0A-A129-D7B3EFFC97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72695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que 6">
            <a:extLst>
              <a:ext uri="{FF2B5EF4-FFF2-40B4-BE49-F238E27FC236}">
                <a16:creationId xmlns:a16="http://schemas.microsoft.com/office/drawing/2014/main" id="{937FA99F-1BD3-C041-40CC-58611823BF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2239" y="1423284"/>
            <a:ext cx="8383234" cy="3650200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994613EC-959F-F168-EC6E-90592EB08F6C}"/>
              </a:ext>
            </a:extLst>
          </p:cNvPr>
          <p:cNvSpPr txBox="1"/>
          <p:nvPr/>
        </p:nvSpPr>
        <p:spPr>
          <a:xfrm>
            <a:off x="8953169" y="2414578"/>
            <a:ext cx="287042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/>
              <a:t>Tutoriel :</a:t>
            </a:r>
          </a:p>
          <a:p>
            <a:r>
              <a:rPr lang="fr-FR" sz="3200" dirty="0"/>
              <a:t> Ajouter un nouveau site</a:t>
            </a:r>
          </a:p>
        </p:txBody>
      </p:sp>
    </p:spTree>
    <p:extLst>
      <p:ext uri="{BB962C8B-B14F-4D97-AF65-F5344CB8AC3E}">
        <p14:creationId xmlns:p14="http://schemas.microsoft.com/office/powerpoint/2010/main" val="22822169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BEDA93D-D45B-5892-68AB-7F5F02043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Prérequis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6F44CC8-50E5-0022-8D95-6796BC762F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Avoir un compte admin</a:t>
            </a:r>
          </a:p>
          <a:p>
            <a:endParaRPr lang="fr-FR" dirty="0"/>
          </a:p>
          <a:p>
            <a:pPr marL="0" indent="0">
              <a:buNone/>
            </a:pPr>
            <a:r>
              <a:rPr lang="fr-FR" dirty="0"/>
              <a:t>Durée : 5 minutes</a:t>
            </a:r>
          </a:p>
        </p:txBody>
      </p:sp>
    </p:spTree>
    <p:extLst>
      <p:ext uri="{BB962C8B-B14F-4D97-AF65-F5344CB8AC3E}">
        <p14:creationId xmlns:p14="http://schemas.microsoft.com/office/powerpoint/2010/main" val="30697144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A394AA27-C643-1A40-3F45-871356A18E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5901" y="886070"/>
            <a:ext cx="8175724" cy="435062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0053533-F479-FC99-48EA-709ED4D0A564}"/>
              </a:ext>
            </a:extLst>
          </p:cNvPr>
          <p:cNvSpPr/>
          <p:nvPr/>
        </p:nvSpPr>
        <p:spPr>
          <a:xfrm>
            <a:off x="2146852" y="3061381"/>
            <a:ext cx="2242268" cy="10470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Flèche : bas 5">
            <a:extLst>
              <a:ext uri="{FF2B5EF4-FFF2-40B4-BE49-F238E27FC236}">
                <a16:creationId xmlns:a16="http://schemas.microsoft.com/office/drawing/2014/main" id="{B16A3C2F-3DDD-D60D-B12B-490213B8144F}"/>
              </a:ext>
            </a:extLst>
          </p:cNvPr>
          <p:cNvSpPr/>
          <p:nvPr/>
        </p:nvSpPr>
        <p:spPr>
          <a:xfrm rot="10800000">
            <a:off x="2829678" y="4129068"/>
            <a:ext cx="876616" cy="67294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D8EAD953-5D9A-4DAB-9CDB-DEBB5FBBEBFA}"/>
              </a:ext>
            </a:extLst>
          </p:cNvPr>
          <p:cNvSpPr txBox="1"/>
          <p:nvPr/>
        </p:nvSpPr>
        <p:spPr>
          <a:xfrm>
            <a:off x="9573370" y="1995777"/>
            <a:ext cx="225022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Remplissez vos informations et cliquer sur se connecter</a:t>
            </a:r>
          </a:p>
        </p:txBody>
      </p:sp>
    </p:spTree>
    <p:extLst>
      <p:ext uri="{BB962C8B-B14F-4D97-AF65-F5344CB8AC3E}">
        <p14:creationId xmlns:p14="http://schemas.microsoft.com/office/powerpoint/2010/main" val="22202434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5B5C6EF5-6328-E949-AB51-AAAD60F3CB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8423"/>
            <a:ext cx="12192000" cy="6577949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2AB55641-5BC8-31FC-002D-9D0948AE8019}"/>
              </a:ext>
            </a:extLst>
          </p:cNvPr>
          <p:cNvSpPr txBox="1"/>
          <p:nvPr/>
        </p:nvSpPr>
        <p:spPr>
          <a:xfrm>
            <a:off x="3148715" y="140025"/>
            <a:ext cx="3880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1. Aller sur la page site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0811E98-2397-0126-9C95-FA774182570E}"/>
              </a:ext>
            </a:extLst>
          </p:cNvPr>
          <p:cNvSpPr/>
          <p:nvPr/>
        </p:nvSpPr>
        <p:spPr>
          <a:xfrm>
            <a:off x="0" y="1677725"/>
            <a:ext cx="1033670" cy="1828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Flèche : gauche 6">
            <a:extLst>
              <a:ext uri="{FF2B5EF4-FFF2-40B4-BE49-F238E27FC236}">
                <a16:creationId xmlns:a16="http://schemas.microsoft.com/office/drawing/2014/main" id="{049705AF-EF8E-AE50-3602-E28511C6F673}"/>
              </a:ext>
            </a:extLst>
          </p:cNvPr>
          <p:cNvSpPr/>
          <p:nvPr/>
        </p:nvSpPr>
        <p:spPr>
          <a:xfrm>
            <a:off x="1113185" y="1677725"/>
            <a:ext cx="970059" cy="182880"/>
          </a:xfrm>
          <a:prstGeom prst="left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27336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952E03-78AC-760A-D7C7-CE910286AC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9">
            <a:extLst>
              <a:ext uri="{FF2B5EF4-FFF2-40B4-BE49-F238E27FC236}">
                <a16:creationId xmlns:a16="http://schemas.microsoft.com/office/drawing/2014/main" id="{5A878698-E83D-89DA-13BF-03CFFC4638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4058"/>
            <a:ext cx="12192000" cy="6569883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696FC420-D1A5-54BE-9508-3049C1E13A09}"/>
              </a:ext>
            </a:extLst>
          </p:cNvPr>
          <p:cNvSpPr txBox="1"/>
          <p:nvPr/>
        </p:nvSpPr>
        <p:spPr>
          <a:xfrm>
            <a:off x="3148715" y="140025"/>
            <a:ext cx="3880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2. Cliquer sur créer un nouveau site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07C8D9-2E6A-6C8A-0E97-D027949C87BD}"/>
              </a:ext>
            </a:extLst>
          </p:cNvPr>
          <p:cNvSpPr/>
          <p:nvPr/>
        </p:nvSpPr>
        <p:spPr>
          <a:xfrm>
            <a:off x="11426024" y="707665"/>
            <a:ext cx="765976" cy="19878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Flèche : gauche 6">
            <a:extLst>
              <a:ext uri="{FF2B5EF4-FFF2-40B4-BE49-F238E27FC236}">
                <a16:creationId xmlns:a16="http://schemas.microsoft.com/office/drawing/2014/main" id="{4F00E13D-95C3-BC06-A946-3790F02CEEA1}"/>
              </a:ext>
            </a:extLst>
          </p:cNvPr>
          <p:cNvSpPr/>
          <p:nvPr/>
        </p:nvSpPr>
        <p:spPr>
          <a:xfrm rot="5400000">
            <a:off x="11624345" y="992630"/>
            <a:ext cx="369334" cy="290226"/>
          </a:xfrm>
          <a:prstGeom prst="left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232817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1D49F9-C97E-55A9-BB8E-114B560E1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D51DBF9A-0DBC-CEC1-9B02-0B0D17D87A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7426"/>
            <a:ext cx="12192000" cy="6543147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E58B3F65-05CE-CB41-6CD1-5AB8B4B9BF68}"/>
              </a:ext>
            </a:extLst>
          </p:cNvPr>
          <p:cNvSpPr txBox="1"/>
          <p:nvPr/>
        </p:nvSpPr>
        <p:spPr>
          <a:xfrm>
            <a:off x="3148715" y="140025"/>
            <a:ext cx="3880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3. Remplir les informations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925F4D8-909B-A7DA-D2F8-47D5187CD08A}"/>
              </a:ext>
            </a:extLst>
          </p:cNvPr>
          <p:cNvSpPr/>
          <p:nvPr/>
        </p:nvSpPr>
        <p:spPr>
          <a:xfrm>
            <a:off x="1590261" y="953076"/>
            <a:ext cx="4627659" cy="159134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34579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827937-E4B9-C8C2-8336-502B420746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2F5D3982-3446-FEBF-44EF-B3EA53CA5D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8923"/>
            <a:ext cx="12192000" cy="6400153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FCD62D7D-3D3B-559D-A844-97AD3492C9FB}"/>
              </a:ext>
            </a:extLst>
          </p:cNvPr>
          <p:cNvSpPr txBox="1"/>
          <p:nvPr/>
        </p:nvSpPr>
        <p:spPr>
          <a:xfrm>
            <a:off x="3148715" y="140025"/>
            <a:ext cx="3880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4. Sauvegarder le nouveau site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7BF0336-AE5C-0687-2159-AAD3397B3511}"/>
              </a:ext>
            </a:extLst>
          </p:cNvPr>
          <p:cNvSpPr/>
          <p:nvPr/>
        </p:nvSpPr>
        <p:spPr>
          <a:xfrm>
            <a:off x="11739107" y="690684"/>
            <a:ext cx="319209" cy="26239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Flèche : gauche 6">
            <a:extLst>
              <a:ext uri="{FF2B5EF4-FFF2-40B4-BE49-F238E27FC236}">
                <a16:creationId xmlns:a16="http://schemas.microsoft.com/office/drawing/2014/main" id="{FDB52A79-1FD0-BA07-B0D4-AE9C3258078C}"/>
              </a:ext>
            </a:extLst>
          </p:cNvPr>
          <p:cNvSpPr/>
          <p:nvPr/>
        </p:nvSpPr>
        <p:spPr>
          <a:xfrm rot="5400000">
            <a:off x="11728536" y="992630"/>
            <a:ext cx="369334" cy="290226"/>
          </a:xfrm>
          <a:prstGeom prst="left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489605D-7F90-DEE4-82E1-4BBC514E4DD5}"/>
              </a:ext>
            </a:extLst>
          </p:cNvPr>
          <p:cNvSpPr/>
          <p:nvPr/>
        </p:nvSpPr>
        <p:spPr>
          <a:xfrm>
            <a:off x="1590261" y="953076"/>
            <a:ext cx="4627659" cy="159134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215740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726</TotalTime>
  <Words>50</Words>
  <Application>Microsoft Office PowerPoint</Application>
  <PresentationFormat>Grand écran</PresentationFormat>
  <Paragraphs>11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Thème Office</vt:lpstr>
      <vt:lpstr>Présentation PowerPoint</vt:lpstr>
      <vt:lpstr>Prérequis 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Tom Raineri</dc:creator>
  <cp:lastModifiedBy>Tom Raineri</cp:lastModifiedBy>
  <cp:revision>8</cp:revision>
  <dcterms:created xsi:type="dcterms:W3CDTF">2026-08-25T08:08:10Z</dcterms:created>
  <dcterms:modified xsi:type="dcterms:W3CDTF">2026-09-02T06:49:35Z</dcterms:modified>
</cp:coreProperties>
</file>