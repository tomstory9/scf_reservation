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1"/>
            <p14:sldId id="263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Tutoriel :</a:t>
            </a:r>
          </a:p>
          <a:p>
            <a:r>
              <a:rPr lang="fr-FR" sz="3200" dirty="0"/>
              <a:t> Suspendre un utilisateur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Avoir un compte admin</a:t>
            </a:r>
          </a:p>
          <a:p>
            <a:r>
              <a:rPr lang="fr-FR" dirty="0"/>
              <a:t>Avoir un utilisateur qu’on souhaite bannir</a:t>
            </a:r>
          </a:p>
          <a:p>
            <a:pPr marL="0" indent="0">
              <a:buNone/>
            </a:pPr>
            <a:r>
              <a:rPr lang="fr-FR" dirty="0"/>
              <a:t>Durée : 5 minutes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Remplissez vos informations et cliquer sur se connecter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33F51E0-8BD6-8F9F-F4F3-73367668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72569" y="341906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1. Aller sur la liste des utilisateurs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588B5C-9315-5E7D-B7B9-985A19974FFD}"/>
              </a:ext>
            </a:extLst>
          </p:cNvPr>
          <p:cNvSpPr/>
          <p:nvPr/>
        </p:nvSpPr>
        <p:spPr>
          <a:xfrm>
            <a:off x="0" y="978010"/>
            <a:ext cx="1041621" cy="2305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FA4BAF4D-5550-1250-8C74-872A9C014F3C}"/>
              </a:ext>
            </a:extLst>
          </p:cNvPr>
          <p:cNvSpPr/>
          <p:nvPr/>
        </p:nvSpPr>
        <p:spPr>
          <a:xfrm rot="10800000">
            <a:off x="1144988" y="1013791"/>
            <a:ext cx="604299" cy="159026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4B15C29-0C9A-E94F-F43E-77A19B022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21"/>
            <a:ext cx="12192000" cy="65199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CC1EAF-D52C-9538-9FD4-0BE936C0197C}"/>
              </a:ext>
            </a:extLst>
          </p:cNvPr>
          <p:cNvSpPr/>
          <p:nvPr/>
        </p:nvSpPr>
        <p:spPr>
          <a:xfrm>
            <a:off x="1622066" y="254442"/>
            <a:ext cx="3904091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75BCBF-A012-4AD0-BED0-79A9A71D83DB}"/>
              </a:ext>
            </a:extLst>
          </p:cNvPr>
          <p:cNvSpPr txBox="1"/>
          <p:nvPr/>
        </p:nvSpPr>
        <p:spPr>
          <a:xfrm>
            <a:off x="5876014" y="341906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2. Taper le nom de l’utilisateur dans la barre de recherche </a:t>
            </a:r>
          </a:p>
        </p:txBody>
      </p:sp>
    </p:spTree>
    <p:extLst>
      <p:ext uri="{BB962C8B-B14F-4D97-AF65-F5344CB8AC3E}">
        <p14:creationId xmlns:p14="http://schemas.microsoft.com/office/powerpoint/2010/main" val="1133681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CFDC9-EBBE-9E7E-7585-CF4BE66F3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642280C0-067B-7D17-5C4D-713B75192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442"/>
            <a:ext cx="12192000" cy="649342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C05D39-48EB-DF37-2815-59477422463E}"/>
              </a:ext>
            </a:extLst>
          </p:cNvPr>
          <p:cNvSpPr/>
          <p:nvPr/>
        </p:nvSpPr>
        <p:spPr>
          <a:xfrm>
            <a:off x="1622066" y="254442"/>
            <a:ext cx="3904091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71A254-33DE-BD13-F244-88A4E0171FB3}"/>
              </a:ext>
            </a:extLst>
          </p:cNvPr>
          <p:cNvSpPr txBox="1"/>
          <p:nvPr/>
        </p:nvSpPr>
        <p:spPr>
          <a:xfrm>
            <a:off x="5876014" y="341906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3. Cliquer sur les 3 petits points … au bout de la ligne voulu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0707D6-D461-5772-5ED8-F7EAFBCB51D4}"/>
              </a:ext>
            </a:extLst>
          </p:cNvPr>
          <p:cNvSpPr/>
          <p:nvPr/>
        </p:nvSpPr>
        <p:spPr>
          <a:xfrm flipH="1">
            <a:off x="11799735" y="1590261"/>
            <a:ext cx="143123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0663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791FA-F0A4-6DEB-D736-78CD58559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FF51ADF-0751-3909-A713-B4CFC19B3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529"/>
            <a:ext cx="12192000" cy="656294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1600DF7-0132-DC9A-5BC8-1735D01C2ACD}"/>
              </a:ext>
            </a:extLst>
          </p:cNvPr>
          <p:cNvSpPr txBox="1"/>
          <p:nvPr/>
        </p:nvSpPr>
        <p:spPr>
          <a:xfrm>
            <a:off x="5876014" y="341906"/>
            <a:ext cx="418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4. Cliquer sur le bouton bannir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A31BEA-D33A-6EB7-6945-D48107CC198D}"/>
              </a:ext>
            </a:extLst>
          </p:cNvPr>
          <p:cNvSpPr/>
          <p:nvPr/>
        </p:nvSpPr>
        <p:spPr>
          <a:xfrm flipH="1">
            <a:off x="11410121" y="2162755"/>
            <a:ext cx="596348" cy="1510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952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ABA84-68B4-E69A-009D-FCE8A85F4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72C63EA-EF5D-1268-D2E1-A8EA00963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817"/>
            <a:ext cx="12192000" cy="655504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5F32942-FE1F-A191-1574-D762C88F7009}"/>
              </a:ext>
            </a:extLst>
          </p:cNvPr>
          <p:cNvSpPr txBox="1"/>
          <p:nvPr/>
        </p:nvSpPr>
        <p:spPr>
          <a:xfrm>
            <a:off x="5565913" y="326003"/>
            <a:ext cx="418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5. Valider la suspension de l’utilisateur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EE846B-9721-6F3A-6216-DB4ED3DC86FB}"/>
              </a:ext>
            </a:extLst>
          </p:cNvPr>
          <p:cNvSpPr/>
          <p:nvPr/>
        </p:nvSpPr>
        <p:spPr>
          <a:xfrm flipH="1">
            <a:off x="6660542" y="3501740"/>
            <a:ext cx="596348" cy="1713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5413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A376C-38DE-414D-E1ED-74AA77FB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EA18EF9-01CB-D8F2-2878-84AA1F8B6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115"/>
            <a:ext cx="12192000" cy="657777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73A0DE0-FE28-55E7-68A2-D074CC6F750D}"/>
              </a:ext>
            </a:extLst>
          </p:cNvPr>
          <p:cNvSpPr txBox="1"/>
          <p:nvPr/>
        </p:nvSpPr>
        <p:spPr>
          <a:xfrm>
            <a:off x="4532243" y="461175"/>
            <a:ext cx="418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6. Le compte a été suspendu</a:t>
            </a:r>
          </a:p>
        </p:txBody>
      </p:sp>
    </p:spTree>
    <p:extLst>
      <p:ext uri="{BB962C8B-B14F-4D97-AF65-F5344CB8AC3E}">
        <p14:creationId xmlns:p14="http://schemas.microsoft.com/office/powerpoint/2010/main" val="9895595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85</Words>
  <Application>Microsoft Office PowerPoint</Application>
  <PresentationFormat>Grand écran</PresentationFormat>
  <Paragraphs>13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4</cp:revision>
  <dcterms:created xsi:type="dcterms:W3CDTF">2026-08-25T08:08:10Z</dcterms:created>
  <dcterms:modified xsi:type="dcterms:W3CDTF">2026-08-31T04:17:07Z</dcterms:modified>
</cp:coreProperties>
</file>