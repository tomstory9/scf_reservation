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32FE8EF-5D3C-4ECB-A09A-DDAD82496843}">
          <p14:sldIdLst>
            <p14:sldId id="256"/>
            <p14:sldId id="257"/>
            <p14:sldId id="258"/>
            <p14:sldId id="259"/>
            <p14:sldId id="261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F067DC-380E-9625-0EB4-124B8FABB9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AA1CCF-64AA-3BBF-7CF9-ECEADFF3F5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8DEB1BD-CB68-9428-CC95-3CC398866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2FD5F3-D27B-6BA7-C337-C50F5630E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3694FD-B85B-2B39-A4FA-9DB73AA60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75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7F444E2-A1E3-B1B2-C1C2-BFE8F315C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79B2F3-F090-C8D6-4431-D4CC0DEDC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2ACC2A-1B5F-E25E-7151-4B36B483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239B44-E834-4830-18F5-DC0EEA004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D18E14-3F21-D11A-A179-12CA6902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1069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B23FF-9C11-132A-1E17-096E547D4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885669-E233-4681-0843-B38404ADB2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00C040D-A89A-44E0-BC13-7087450CD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BE5A35-BBC5-3BC4-1B78-6DA8C63C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71B30-F847-F601-C238-EE9C6F440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72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D67B62-FA45-5E58-75DA-EAEDF395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383D27-0E32-BB12-125B-15E154A158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49459AC-4BCA-624C-85B9-0FD59604C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E200FF-5A6C-EE7C-C06E-D79AF8FB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03196C9-13F0-6BD8-73EA-AAB79C4D4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65AA49-44BD-7638-E6BA-F30C6814D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7484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CAFF69-5814-062F-2208-9CAD5D8A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A05850-5563-06C3-0F79-509B62AA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533C0D-2878-72C9-06C8-54C379306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EA7F5DC-932D-20FD-4BA7-262E1FF1A3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3BD3244-4694-3C46-209D-79EFF414D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41858D0-154F-1ADC-108D-FD13253A7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201D06-D648-3775-A700-62A074D8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AA6EAB-451A-355E-DFF2-A3C0AD91F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56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34BFE-BB63-3916-37CE-754701A46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7D63F97-6538-126B-2A58-B98445F5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DDEE1C2-4A40-5752-F805-F675B5694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48F308D-F9EF-A110-B5E8-3BE4827E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3371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FE7D094-DCB2-6B65-48A2-54CFF4E8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E06194B-A051-A4B1-669F-F80E19B49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E7F0868-1E78-6E78-180B-837D49286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417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E0BBDF-D8D6-6277-4041-9973F55D8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EBB844-A144-395A-5388-43B8BA109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F06E650-5F81-71CF-D5F3-4B6D3879E9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7C2D5D6-BC85-8E49-EF08-FD51A588E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8AFABC6-DD7C-3D77-05EE-B76A6A9F7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1B34038-16E7-D340-8DD3-20AA6B360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9123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ECAFA0-37FF-C800-12F7-590EB26A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3E042B8-A5A6-0715-C402-11D78996D0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B10D19-2991-CBEE-F805-9E42DB221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A9CA33-7CB1-9F5E-8275-853AC19C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3E329CC-5B54-C788-0179-91E48A2C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31AA8E-98A8-3841-712E-2263EDBB3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115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4AB316-3A55-3B8D-7F9C-539D44C4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37669CE-B967-3904-350E-05D5AC845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4D18F0-221D-2799-E2C3-3DD8BBD8E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9A133D-D24D-6639-3EE5-FBFDBFC5B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FE4650-3209-9D56-CE8E-EB3F3D5B3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64DAFA1-1AD6-D3B8-3B1F-13D3589FB9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F9F752-0294-F5E9-6419-D012EE6A8C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1021F4-BB21-F91A-A32A-A5136F9DF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D61B4C-FD39-2030-37E9-236800BB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E5935-4EE3-78C6-CD0B-EFD7B856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3043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602E719-24E8-636E-2120-EF4B6751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5233B76-F3BF-8E30-F84C-D77A485D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A174D0-D0A4-84C1-8C43-B4B12EA68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5E655-8CE4-440D-8635-864E805A031C}" type="datetimeFigureOut">
              <a:rPr lang="fr-FR" smtClean="0"/>
              <a:t>02/09/2026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603014-3954-A4F7-60E1-D24C6E9608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E8281C-AE72-CE0A-A129-D7B3EFFC9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4BD3-CDAC-4FE3-B20F-AAC0F7511B2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69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>
            <a:extLst>
              <a:ext uri="{FF2B5EF4-FFF2-40B4-BE49-F238E27FC236}">
                <a16:creationId xmlns:a16="http://schemas.microsoft.com/office/drawing/2014/main" id="{937FA99F-1BD3-C041-40CC-58611823BF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239" y="1423284"/>
            <a:ext cx="8383234" cy="36502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994613EC-959F-F168-EC6E-90592EB08F6C}"/>
              </a:ext>
            </a:extLst>
          </p:cNvPr>
          <p:cNvSpPr txBox="1"/>
          <p:nvPr/>
        </p:nvSpPr>
        <p:spPr>
          <a:xfrm>
            <a:off x="9019340" y="2112428"/>
            <a:ext cx="28704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3200" dirty="0"/>
              <a:t>操作ガイド</a:t>
            </a:r>
            <a:br>
              <a:rPr lang="ja-JP" sz="3200" dirty="0"/>
            </a:br>
            <a:r>
              <a:rPr lang="ja-JP" sz="2600" dirty="0"/>
              <a:t>ユーザー情報</a:t>
            </a:r>
            <a:br>
              <a:rPr lang="ja-JP" sz="2600" dirty="0"/>
            </a:br>
            <a:r>
              <a:rPr lang="ja-JP" sz="2600" dirty="0"/>
              <a:t>パスワードを変更</a:t>
            </a:r>
          </a:p>
        </p:txBody>
      </p:sp>
    </p:spTree>
    <p:extLst>
      <p:ext uri="{BB962C8B-B14F-4D97-AF65-F5344CB8AC3E}">
        <p14:creationId xmlns:p14="http://schemas.microsoft.com/office/powerpoint/2010/main" val="2282216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EDA93D-D45B-5892-68AB-7F5F02043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/>
              <a:t>前提条件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F44CC8-50E5-0022-8D95-6796BC762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dirty="0"/>
              <a:t>管理者アカウントがあること</a:t>
            </a:r>
          </a:p>
          <a:p>
            <a:r>
              <a:rPr lang="ja-JP" dirty="0"/>
              <a:t>登録済みユーザーがいること</a:t>
            </a:r>
            <a:br>
              <a:rPr lang="ja-JP" dirty="0"/>
            </a:br>
            <a:endParaRPr lang="ja-JP" dirty="0"/>
          </a:p>
          <a:p>
            <a:pPr marL="0" indent="0">
              <a:buNone/>
            </a:pPr>
            <a:r>
              <a:rPr lang="ja-JP" dirty="0"/>
              <a:t>所要時間：10分</a:t>
            </a:r>
          </a:p>
        </p:txBody>
      </p:sp>
    </p:spTree>
    <p:extLst>
      <p:ext uri="{BB962C8B-B14F-4D97-AF65-F5344CB8AC3E}">
        <p14:creationId xmlns:p14="http://schemas.microsoft.com/office/powerpoint/2010/main" val="30697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394AA27-C643-1A40-3F45-871356A18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901" y="886070"/>
            <a:ext cx="8175724" cy="435062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0053533-F479-FC99-48EA-709ED4D0A564}"/>
              </a:ext>
            </a:extLst>
          </p:cNvPr>
          <p:cNvSpPr/>
          <p:nvPr/>
        </p:nvSpPr>
        <p:spPr>
          <a:xfrm>
            <a:off x="2146852" y="3061381"/>
            <a:ext cx="2242268" cy="1047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B16A3C2F-3DDD-D60D-B12B-490213B8144F}"/>
              </a:ext>
            </a:extLst>
          </p:cNvPr>
          <p:cNvSpPr/>
          <p:nvPr/>
        </p:nvSpPr>
        <p:spPr>
          <a:xfrm rot="10800000">
            <a:off x="2829678" y="4129068"/>
            <a:ext cx="876616" cy="67294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8EAD953-5D9A-4DAB-9CDB-DEBB5FBBEBFA}"/>
              </a:ext>
            </a:extLst>
          </p:cNvPr>
          <p:cNvSpPr txBox="1"/>
          <p:nvPr/>
        </p:nvSpPr>
        <p:spPr>
          <a:xfrm>
            <a:off x="9573370" y="1995777"/>
            <a:ext cx="22502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sz="2400" dirty="0"/>
              <a:t>ログイン情報を入力し、「ログイン」をクリックします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2220243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133F51E0-8BD6-8F9F-F4F3-73367668C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96"/>
            <a:ext cx="12192000" cy="656740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FC257DF-B764-3A26-399B-A2B56B278587}"/>
              </a:ext>
            </a:extLst>
          </p:cNvPr>
          <p:cNvSpPr txBox="1"/>
          <p:nvPr/>
        </p:nvSpPr>
        <p:spPr>
          <a:xfrm>
            <a:off x="2122998" y="333955"/>
            <a:ext cx="691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1. 「ユーザー」ページを開きます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C15124-D1A8-D79C-735F-F1ADF4E784C2}"/>
              </a:ext>
            </a:extLst>
          </p:cNvPr>
          <p:cNvSpPr/>
          <p:nvPr/>
        </p:nvSpPr>
        <p:spPr>
          <a:xfrm>
            <a:off x="0" y="1009815"/>
            <a:ext cx="707666" cy="1749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81964726-70FB-93C0-1403-A727935A60E4}"/>
              </a:ext>
            </a:extLst>
          </p:cNvPr>
          <p:cNvSpPr/>
          <p:nvPr/>
        </p:nvSpPr>
        <p:spPr>
          <a:xfrm rot="5400000">
            <a:off x="956142" y="787179"/>
            <a:ext cx="361785" cy="620203"/>
          </a:xfrm>
          <a:prstGeom prst="down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4052733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EBFAD3C9-F51D-5E98-B1E0-7DC79C884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3603"/>
            <a:ext cx="12192000" cy="645079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1CC1EAF-D52C-9538-9FD4-0BE936C0197C}"/>
              </a:ext>
            </a:extLst>
          </p:cNvPr>
          <p:cNvSpPr/>
          <p:nvPr/>
        </p:nvSpPr>
        <p:spPr>
          <a:xfrm>
            <a:off x="1622066" y="254442"/>
            <a:ext cx="3904091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675BCBF-A012-4AD0-BED0-79A9A71D83DB}"/>
              </a:ext>
            </a:extLst>
          </p:cNvPr>
          <p:cNvSpPr txBox="1"/>
          <p:nvPr/>
        </p:nvSpPr>
        <p:spPr>
          <a:xfrm>
            <a:off x="5876014" y="341906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2. 検索バーにユーザー名を入力します</a:t>
            </a:r>
          </a:p>
        </p:txBody>
      </p:sp>
    </p:spTree>
    <p:extLst>
      <p:ext uri="{BB962C8B-B14F-4D97-AF65-F5344CB8AC3E}">
        <p14:creationId xmlns:p14="http://schemas.microsoft.com/office/powerpoint/2010/main" val="1133681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CFDC9-EBBE-9E7E-7585-CF4BE66F3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01A77D5-A12D-FCEA-F99C-6A3C187BC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620"/>
            <a:ext cx="12192000" cy="64127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FC05D39-48EB-DF37-2815-59477422463E}"/>
              </a:ext>
            </a:extLst>
          </p:cNvPr>
          <p:cNvSpPr/>
          <p:nvPr/>
        </p:nvSpPr>
        <p:spPr>
          <a:xfrm>
            <a:off x="1622066" y="254442"/>
            <a:ext cx="3904091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D71A254-33DE-BD13-F244-88A4E0171FB3}"/>
              </a:ext>
            </a:extLst>
          </p:cNvPr>
          <p:cNvSpPr txBox="1"/>
          <p:nvPr/>
        </p:nvSpPr>
        <p:spPr>
          <a:xfrm>
            <a:off x="5876014" y="341906"/>
            <a:ext cx="4182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3. 編集するユーザーをダブルクリックします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0707D6-D461-5772-5ED8-F7EAFBCB51D4}"/>
              </a:ext>
            </a:extLst>
          </p:cNvPr>
          <p:cNvSpPr/>
          <p:nvPr/>
        </p:nvSpPr>
        <p:spPr>
          <a:xfrm>
            <a:off x="1685677" y="1590261"/>
            <a:ext cx="10137913" cy="270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380663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924DD-5B03-E830-5E40-58F96B99F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0C04081-11D2-8E11-240B-8B4631407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557"/>
            <a:ext cx="12192000" cy="655006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8D6E85D-1256-4A27-E9A9-4062E780ED19}"/>
              </a:ext>
            </a:extLst>
          </p:cNvPr>
          <p:cNvSpPr/>
          <p:nvPr/>
        </p:nvSpPr>
        <p:spPr>
          <a:xfrm>
            <a:off x="1606164" y="665071"/>
            <a:ext cx="4333460" cy="60493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70B19D9-2288-9C5B-5670-EA19300061B0}"/>
              </a:ext>
            </a:extLst>
          </p:cNvPr>
          <p:cNvSpPr txBox="1"/>
          <p:nvPr/>
        </p:nvSpPr>
        <p:spPr>
          <a:xfrm>
            <a:off x="6558649" y="1110649"/>
            <a:ext cx="41823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4. 編集するユーザー情報を確認します。Google IDとLINE IDは変更しないでください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A69BC73-1CFC-F0C7-7714-13E203174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649" y="2582765"/>
            <a:ext cx="4794928" cy="296696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C0F8629-F14D-7B1A-D158-CD8856F7E4BB}"/>
              </a:ext>
            </a:extLst>
          </p:cNvPr>
          <p:cNvSpPr/>
          <p:nvPr/>
        </p:nvSpPr>
        <p:spPr>
          <a:xfrm>
            <a:off x="6446146" y="2508531"/>
            <a:ext cx="4604368" cy="311543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682300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3A54C-67EA-EBBA-55A6-80DFFC8BD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1D8B3C08-A5BA-CEF5-B0C0-AD3DA4325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289"/>
            <a:ext cx="12192000" cy="65654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1527A05-F4B9-1C9F-0A3C-B9E37D80B358}"/>
              </a:ext>
            </a:extLst>
          </p:cNvPr>
          <p:cNvSpPr/>
          <p:nvPr/>
        </p:nvSpPr>
        <p:spPr>
          <a:xfrm>
            <a:off x="1391830" y="665071"/>
            <a:ext cx="5534952" cy="60493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2F2BDBA-6A3A-DFA7-CDFC-D09276AC7E1A}"/>
              </a:ext>
            </a:extLst>
          </p:cNvPr>
          <p:cNvSpPr txBox="1"/>
          <p:nvPr/>
        </p:nvSpPr>
        <p:spPr>
          <a:xfrm>
            <a:off x="7173643" y="754599"/>
            <a:ext cx="41823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5. ユーザーがパスワードを忘れた場合などは、最後の欄に新しいパスワードを入力し、本人に伝えます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57C6B86-F981-1082-205C-324C2BDB8669}"/>
              </a:ext>
            </a:extLst>
          </p:cNvPr>
          <p:cNvSpPr txBox="1"/>
          <p:nvPr/>
        </p:nvSpPr>
        <p:spPr>
          <a:xfrm>
            <a:off x="7460857" y="3074973"/>
            <a:ext cx="4029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/>
              <a:t>Google IDとLINE IDは変更しないでください</a:t>
            </a:r>
          </a:p>
        </p:txBody>
      </p:sp>
    </p:spTree>
    <p:extLst>
      <p:ext uri="{BB962C8B-B14F-4D97-AF65-F5344CB8AC3E}">
        <p14:creationId xmlns:p14="http://schemas.microsoft.com/office/powerpoint/2010/main" val="826361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12A87-3144-A9EB-EA17-877196E12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42BF261-6C63-F13A-9936-A618B8899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289"/>
            <a:ext cx="12192000" cy="656542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FC7DFBB-8461-7A8F-7112-F0B79238FB1E}"/>
              </a:ext>
            </a:extLst>
          </p:cNvPr>
          <p:cNvSpPr/>
          <p:nvPr/>
        </p:nvSpPr>
        <p:spPr>
          <a:xfrm>
            <a:off x="11449878" y="146289"/>
            <a:ext cx="580445" cy="3069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4051097-9AE5-E0A4-EE6E-3FFC78ADBEA5}"/>
              </a:ext>
            </a:extLst>
          </p:cNvPr>
          <p:cNvSpPr txBox="1"/>
          <p:nvPr/>
        </p:nvSpPr>
        <p:spPr>
          <a:xfrm>
            <a:off x="7173643" y="754599"/>
            <a:ext cx="418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6. 「保存」をクリックします</a:t>
            </a:r>
          </a:p>
        </p:txBody>
      </p:sp>
    </p:spTree>
    <p:extLst>
      <p:ext uri="{BB962C8B-B14F-4D97-AF65-F5344CB8AC3E}">
        <p14:creationId xmlns:p14="http://schemas.microsoft.com/office/powerpoint/2010/main" val="36255477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14893-FDD0-EE0A-30F6-FAA0793ED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5B806E4-4096-D70D-29E4-3B71D3C97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547"/>
            <a:ext cx="12192000" cy="642090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C1569C0-0739-BA41-7604-F3B413751C60}"/>
              </a:ext>
            </a:extLst>
          </p:cNvPr>
          <p:cNvSpPr txBox="1"/>
          <p:nvPr/>
        </p:nvSpPr>
        <p:spPr>
          <a:xfrm>
            <a:off x="4940410" y="87059"/>
            <a:ext cx="4182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dirty="0">
                <a:solidFill>
                  <a:srgbClr val="FF0000"/>
                </a:solidFill>
              </a:rPr>
              <a:t>7. ユーザー情報が更新されました</a:t>
            </a:r>
          </a:p>
        </p:txBody>
      </p:sp>
    </p:spTree>
    <p:extLst>
      <p:ext uri="{BB962C8B-B14F-4D97-AF65-F5344CB8AC3E}">
        <p14:creationId xmlns:p14="http://schemas.microsoft.com/office/powerpoint/2010/main" val="109133575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</TotalTime>
  <Words>146</Words>
  <Application>Microsoft Office PowerPoint</Application>
  <PresentationFormat>Grand écran</PresentationFormat>
  <Paragraphs>14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Thème Office</vt:lpstr>
      <vt:lpstr>Présentation PowerPoint</vt:lpstr>
      <vt:lpstr>Prérequis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Raineri</dc:creator>
  <cp:lastModifiedBy>Tom Raineri</cp:lastModifiedBy>
  <cp:revision>8</cp:revision>
  <dcterms:created xsi:type="dcterms:W3CDTF">2026-08-25T08:08:10Z</dcterms:created>
  <dcterms:modified xsi:type="dcterms:W3CDTF">2026-09-02T08:02:05Z</dcterms:modified>
</cp:coreProperties>
</file>