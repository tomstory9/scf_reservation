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3"/>
            <p14:sldId id="261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サイト設定を変更する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r>
              <a:rPr lang="ja-JP" dirty="0"/>
              <a:t>登録済みユーザーがいること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「サイト設定」ページを開きます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3188473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FD995-A9EE-D91D-B5AF-F994AF7E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D0504B1-DFBF-70B7-F72F-50D2F6F88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71"/>
            <a:ext cx="12192000" cy="651485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8E7AD43-5F5A-536A-E997-C8ECB1F2BCC5}"/>
              </a:ext>
            </a:extLst>
          </p:cNvPr>
          <p:cNvSpPr txBox="1"/>
          <p:nvPr/>
        </p:nvSpPr>
        <p:spPr>
          <a:xfrm>
            <a:off x="3466769" y="32264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必要に応じて設定を変更します</a:t>
            </a:r>
          </a:p>
        </p:txBody>
      </p:sp>
    </p:spTree>
    <p:extLst>
      <p:ext uri="{BB962C8B-B14F-4D97-AF65-F5344CB8AC3E}">
        <p14:creationId xmlns:p14="http://schemas.microsoft.com/office/powerpoint/2010/main" val="233151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6A9F-9CC3-845A-F786-EFB0F9F65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EFA12A8-4D06-3543-602C-42C26C94A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F7C6F-DF56-5001-5BF2-34BA2E4E3CA7}"/>
              </a:ext>
            </a:extLst>
          </p:cNvPr>
          <p:cNvSpPr/>
          <p:nvPr/>
        </p:nvSpPr>
        <p:spPr>
          <a:xfrm>
            <a:off x="1582308" y="978011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9542B325-54DF-B6C2-A24A-9C037AF67314}"/>
              </a:ext>
            </a:extLst>
          </p:cNvPr>
          <p:cNvSpPr/>
          <p:nvPr/>
        </p:nvSpPr>
        <p:spPr>
          <a:xfrm>
            <a:off x="4635609" y="950180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E4DCFF5-F2DD-8C8A-71F9-919CA9E11945}"/>
              </a:ext>
            </a:extLst>
          </p:cNvPr>
          <p:cNvSpPr txBox="1"/>
          <p:nvPr/>
        </p:nvSpPr>
        <p:spPr>
          <a:xfrm>
            <a:off x="5828303" y="655492"/>
            <a:ext cx="3283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ラジオボタン：客室予約機能の有効／無効を切り替えます</a:t>
            </a:r>
          </a:p>
        </p:txBody>
      </p:sp>
    </p:spTree>
    <p:extLst>
      <p:ext uri="{BB962C8B-B14F-4D97-AF65-F5344CB8AC3E}">
        <p14:creationId xmlns:p14="http://schemas.microsoft.com/office/powerpoint/2010/main" val="95724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7F8A-40D0-48BF-C8AB-84672FBF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D2EFA95-E26F-F0E2-E568-9524FE59F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D233DF-98D7-F037-3F29-AD5ECDCA1045}"/>
              </a:ext>
            </a:extLst>
          </p:cNvPr>
          <p:cNvSpPr/>
          <p:nvPr/>
        </p:nvSpPr>
        <p:spPr>
          <a:xfrm>
            <a:off x="1630016" y="1566407"/>
            <a:ext cx="2894275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BB761F55-A415-293C-9FC4-05E3FC5A5942}"/>
              </a:ext>
            </a:extLst>
          </p:cNvPr>
          <p:cNvSpPr/>
          <p:nvPr/>
        </p:nvSpPr>
        <p:spPr>
          <a:xfrm>
            <a:off x="4659464" y="1653870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019B27-1423-3F9B-BD5B-5AFDF62C3E3A}"/>
              </a:ext>
            </a:extLst>
          </p:cNvPr>
          <p:cNvSpPr txBox="1"/>
          <p:nvPr/>
        </p:nvSpPr>
        <p:spPr>
          <a:xfrm>
            <a:off x="5836256" y="1106039"/>
            <a:ext cx="32838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客室予約に必要な最低事前日数です。「0」は当日予約可、「1」は前日までの予約が必要です。</a:t>
            </a:r>
            <a:r>
              <a:rPr lang="ja-JP" dirty="0" err="1"/>
              <a:t>以降も同様です。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78600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A22D-11F2-A662-FE6D-218BFA20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CEDA0CF-0AEF-360F-B15E-0B112D3E7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CD87E1-4D36-5C74-003C-3CD66F58E14E}"/>
              </a:ext>
            </a:extLst>
          </p:cNvPr>
          <p:cNvSpPr/>
          <p:nvPr/>
        </p:nvSpPr>
        <p:spPr>
          <a:xfrm>
            <a:off x="1622065" y="2146853"/>
            <a:ext cx="2894275" cy="1025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40FDFD19-847B-2DC4-D6E2-7FB665AD68A5}"/>
              </a:ext>
            </a:extLst>
          </p:cNvPr>
          <p:cNvSpPr/>
          <p:nvPr/>
        </p:nvSpPr>
        <p:spPr>
          <a:xfrm>
            <a:off x="4655488" y="2492734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67936A5-7BFC-F93C-C945-78E0546BE493}"/>
              </a:ext>
            </a:extLst>
          </p:cNvPr>
          <p:cNvSpPr txBox="1"/>
          <p:nvPr/>
        </p:nvSpPr>
        <p:spPr>
          <a:xfrm>
            <a:off x="5836256" y="1861413"/>
            <a:ext cx="3283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整数：到着予定者へのメールに表示する、チェックイン・チェックアウトの</a:t>
            </a:r>
            <a:r>
              <a:rPr lang="ja-JP" dirty="0" err="1"/>
              <a:t>時刻です。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301757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0386-41E6-DC3A-3505-B2F45B21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C6DE3A2-DEE7-0FDA-A792-90CFFBC8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AD0F71-FB09-427F-1AED-EF4DC0A5793C}"/>
              </a:ext>
            </a:extLst>
          </p:cNvPr>
          <p:cNvSpPr/>
          <p:nvPr/>
        </p:nvSpPr>
        <p:spPr>
          <a:xfrm>
            <a:off x="1622064" y="3289852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13358632-5F94-24A2-1B0F-FF170A2FF536}"/>
              </a:ext>
            </a:extLst>
          </p:cNvPr>
          <p:cNvSpPr/>
          <p:nvPr/>
        </p:nvSpPr>
        <p:spPr>
          <a:xfrm>
            <a:off x="4659463" y="3262021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5855327-CC93-E4A3-9C24-480B8612A308}"/>
              </a:ext>
            </a:extLst>
          </p:cNvPr>
          <p:cNvSpPr txBox="1"/>
          <p:nvPr/>
        </p:nvSpPr>
        <p:spPr>
          <a:xfrm>
            <a:off x="5844207" y="2413335"/>
            <a:ext cx="32838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有効にすると、承認待ちの客室予約が確定するまで、同じ日程への予約を停止します。</a:t>
            </a:r>
          </a:p>
        </p:txBody>
      </p:sp>
    </p:spTree>
    <p:extLst>
      <p:ext uri="{BB962C8B-B14F-4D97-AF65-F5344CB8AC3E}">
        <p14:creationId xmlns:p14="http://schemas.microsoft.com/office/powerpoint/2010/main" val="1031004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30F9-62C4-2599-EC16-95975A8E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612BE25-3685-DEE6-D5C6-0510622F4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155479-CC22-97B5-60D4-592455C42EEB}"/>
              </a:ext>
            </a:extLst>
          </p:cNvPr>
          <p:cNvSpPr/>
          <p:nvPr/>
        </p:nvSpPr>
        <p:spPr>
          <a:xfrm>
            <a:off x="1614114" y="5152445"/>
            <a:ext cx="2894275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431F2DC4-F628-9849-9A70-4AF09C029A9A}"/>
              </a:ext>
            </a:extLst>
          </p:cNvPr>
          <p:cNvSpPr/>
          <p:nvPr/>
        </p:nvSpPr>
        <p:spPr>
          <a:xfrm>
            <a:off x="4579951" y="5239908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379B35-602A-0C0E-3622-C0130843C592}"/>
              </a:ext>
            </a:extLst>
          </p:cNvPr>
          <p:cNvSpPr txBox="1"/>
          <p:nvPr/>
        </p:nvSpPr>
        <p:spPr>
          <a:xfrm>
            <a:off x="5693133" y="4739785"/>
            <a:ext cx="32838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練習スペース予約の最低事前日数です。「0」なら当日予約可、「1」なら前日までです。</a:t>
            </a:r>
            <a:r>
              <a:rPr lang="ja-JP" dirty="0" err="1"/>
              <a:t>以降も同様です。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39474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FA74-F083-106D-805E-DFE9905D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9799464-615A-1F5B-BC63-BA4EFF26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4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9D42FB-6078-08C4-D832-8088372A0B2F}"/>
              </a:ext>
            </a:extLst>
          </p:cNvPr>
          <p:cNvSpPr/>
          <p:nvPr/>
        </p:nvSpPr>
        <p:spPr>
          <a:xfrm>
            <a:off x="1542551" y="5667292"/>
            <a:ext cx="2894275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B9279C11-1B97-A18D-AC88-6CDA2CCDEDB0}"/>
              </a:ext>
            </a:extLst>
          </p:cNvPr>
          <p:cNvSpPr/>
          <p:nvPr/>
        </p:nvSpPr>
        <p:spPr>
          <a:xfrm>
            <a:off x="4643560" y="5611632"/>
            <a:ext cx="1041620" cy="333955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AF91AB-3350-29B9-FD7C-D318014B7A2B}"/>
              </a:ext>
            </a:extLst>
          </p:cNvPr>
          <p:cNvSpPr txBox="1"/>
          <p:nvPr/>
        </p:nvSpPr>
        <p:spPr>
          <a:xfrm>
            <a:off x="6096000" y="4928628"/>
            <a:ext cx="52664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有効にすると、承認待ちの練習スペース予約が確定するまで、</a:t>
            </a:r>
            <a:r>
              <a:rPr lang="ja-JP" dirty="0" err="1"/>
              <a:t>同じ時間枠への予約を停止します。</a:t>
            </a:r>
            <a:r>
              <a:rPr lang="ja-JP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1322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7C07-8579-F5C8-860F-C4D4B585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EF4299D-E860-1DD8-4E9A-A0070E91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84"/>
            <a:ext cx="12192000" cy="639623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A9334C8-C523-18FD-694D-9D87F3BCB776}"/>
              </a:ext>
            </a:extLst>
          </p:cNvPr>
          <p:cNvSpPr txBox="1"/>
          <p:nvPr/>
        </p:nvSpPr>
        <p:spPr>
          <a:xfrm>
            <a:off x="3466769" y="32264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保存すると、設定はすぐに反映されます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1F82E-7A0B-8198-A0FB-8D3FB0FF92E7}"/>
              </a:ext>
            </a:extLst>
          </p:cNvPr>
          <p:cNvSpPr/>
          <p:nvPr/>
        </p:nvSpPr>
        <p:spPr>
          <a:xfrm>
            <a:off x="11521440" y="691978"/>
            <a:ext cx="670560" cy="246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081514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203</Words>
  <Application>Microsoft Office PowerPoint</Application>
  <PresentationFormat>Grand écran</PresentationFormat>
  <Paragraphs>15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2026-09-01T08:15:31Z</dcterms:modified>
</cp:coreProperties>
</file>