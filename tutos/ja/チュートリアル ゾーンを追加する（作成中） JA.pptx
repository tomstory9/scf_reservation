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</a:p>
          <a:p>
            <a:r>
              <a:rPr lang="ja-JP" sz="2600" dirty="0"/>
              <a:t>新しいゾーンを追加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管理者アカウントを持っていること</a:t>
            </a:r>
          </a:p>
          <a:p>
            <a:endParaRPr lang="ja-JP" dirty="0"/>
          </a:p>
          <a:p>
            <a:pPr marL="0" indent="0">
              <a:buNone/>
            </a:pPr>
            <a:r>
              <a:rPr lang="ja-JP" dirty="0"/>
              <a:t>所要時間：5分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423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「ゾーン」ページを開きます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1677725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113185" y="1677725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2E03-78AC-760A-D7C7-CE910286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5A878698-E83D-89DA-13BF-03CFFC463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58"/>
            <a:ext cx="12192000" cy="656988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96FC420-D1A5-54BE-9508-3049C1E13A0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「新しいゾーンを作成」を選択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C8D9-2E6A-6C8A-0E97-D027949C87BD}"/>
              </a:ext>
            </a:extLst>
          </p:cNvPr>
          <p:cNvSpPr/>
          <p:nvPr/>
        </p:nvSpPr>
        <p:spPr>
          <a:xfrm>
            <a:off x="11426024" y="707665"/>
            <a:ext cx="765976" cy="198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4F00E13D-95C3-BC06-A946-3790F02CEEA1}"/>
              </a:ext>
            </a:extLst>
          </p:cNvPr>
          <p:cNvSpPr/>
          <p:nvPr/>
        </p:nvSpPr>
        <p:spPr>
          <a:xfrm rot="5400000">
            <a:off x="11624345" y="99263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92328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49F9-C97E-55A9-BB8E-114B560E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51DBF9A-0DBC-CEC1-9B02-0B0D17D87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426"/>
            <a:ext cx="12192000" cy="654314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58B3F65-05CE-CB41-6CD1-5AB8B4B9BF68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必要な情報を入力します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25F4D8-909B-A7DA-D2F8-47D5187CD08A}"/>
              </a:ext>
            </a:extLst>
          </p:cNvPr>
          <p:cNvSpPr/>
          <p:nvPr/>
        </p:nvSpPr>
        <p:spPr>
          <a:xfrm>
            <a:off x="1590261" y="953076"/>
            <a:ext cx="4627659" cy="1591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73457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27937-E4B9-C8C2-8336-502B4207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F5D3982-3446-FEBF-44EF-B3EA53CA5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923"/>
            <a:ext cx="12192000" cy="640015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CD62D7D-3D3B-559D-A844-97AD3492C9FB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新しいゾーンを保存します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BF0336-AE5C-0687-2159-AAD3397B3511}"/>
              </a:ext>
            </a:extLst>
          </p:cNvPr>
          <p:cNvSpPr/>
          <p:nvPr/>
        </p:nvSpPr>
        <p:spPr>
          <a:xfrm>
            <a:off x="11739107" y="690684"/>
            <a:ext cx="319209" cy="262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FDB52A79-1FD0-BA07-B0D4-AE9C3258078C}"/>
              </a:ext>
            </a:extLst>
          </p:cNvPr>
          <p:cNvSpPr/>
          <p:nvPr/>
        </p:nvSpPr>
        <p:spPr>
          <a:xfrm rot="5400000">
            <a:off x="11728536" y="99263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89605D-7F90-DEE4-82E1-4BBC514E4DD5}"/>
              </a:ext>
            </a:extLst>
          </p:cNvPr>
          <p:cNvSpPr/>
          <p:nvPr/>
        </p:nvSpPr>
        <p:spPr>
          <a:xfrm>
            <a:off x="1590261" y="953076"/>
            <a:ext cx="4627659" cy="1591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121574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50</Words>
  <Application>Microsoft Office PowerPoint</Application>
  <PresentationFormat>Grand écran</PresentationFormat>
  <Paragraphs>11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8</cp:revision>
  <dcterms:created xsi:type="dcterms:W3CDTF">2026-08-25T08:08:10Z</dcterms:created>
  <dcterms:modified xsi:type="dcterms:W3CDTF">2026-09-02T06:49:35Z</dcterms:modified>
</cp:coreProperties>
</file>