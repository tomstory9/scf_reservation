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71" r:id="rId7"/>
    <p:sldId id="272" r:id="rId8"/>
    <p:sldId id="283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70"/>
            <p14:sldId id="259"/>
            <p14:sldId id="271"/>
            <p14:sldId id="272"/>
            <p14:sldId id="283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  <a:br>
              <a:rPr lang="ja-JP" sz="3200" dirty="0"/>
            </a:br>
            <a:r>
              <a:rPr lang="ja-JP" sz="2600" dirty="0"/>
              <a:t>予約を承認・</a:t>
            </a:r>
            <a:r>
              <a:rPr lang="ja-JP" sz="2600" dirty="0" err="1"/>
              <a:t>却下する</a:t>
            </a:r>
            <a:endParaRPr lang="ja-JP" sz="3200" dirty="0"/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r>
              <a:rPr lang="ja-JP" dirty="0"/>
              <a:t>新しい承認待ち予約があること</a:t>
            </a:r>
            <a:br>
              <a:rPr lang="ja-JP" dirty="0"/>
            </a:br>
            <a:endParaRPr lang="ja-JP" dirty="0"/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D454F-BDE4-CCFB-D473-DD6A2075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F213F9B-FC58-0535-52B6-2F747EF2153F}"/>
              </a:ext>
            </a:extLst>
          </p:cNvPr>
          <p:cNvSpPr txBox="1"/>
          <p:nvPr/>
        </p:nvSpPr>
        <p:spPr>
          <a:xfrm>
            <a:off x="3045350" y="2592125"/>
            <a:ext cx="5868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600" dirty="0">
                <a:solidFill>
                  <a:srgbClr val="FF0000"/>
                </a:solidFill>
              </a:rPr>
              <a:t>方法1：カレンダーで確認</a:t>
            </a:r>
          </a:p>
        </p:txBody>
      </p:sp>
    </p:spTree>
    <p:extLst>
      <p:ext uri="{BB962C8B-B14F-4D97-AF65-F5344CB8AC3E}">
        <p14:creationId xmlns:p14="http://schemas.microsoft.com/office/powerpoint/2010/main" val="72994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カレンダーで</a:t>
            </a:r>
            <a:r>
              <a:rPr lang="ja-JP" dirty="0" err="1">
                <a:solidFill>
                  <a:srgbClr val="FF0000"/>
                </a:solidFill>
              </a:rPr>
              <a:t>対象の予約申請まで移動します</a:t>
            </a:r>
            <a:endParaRPr lang="ja-JP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4BA3B-C000-F009-96F8-A28A01E7F62F}"/>
              </a:ext>
            </a:extLst>
          </p:cNvPr>
          <p:cNvSpPr/>
          <p:nvPr/>
        </p:nvSpPr>
        <p:spPr>
          <a:xfrm>
            <a:off x="1693627" y="2330230"/>
            <a:ext cx="620201" cy="381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82E52-D2EF-6FF0-B555-CE79B139D30A}"/>
              </a:ext>
            </a:extLst>
          </p:cNvPr>
          <p:cNvSpPr/>
          <p:nvPr/>
        </p:nvSpPr>
        <p:spPr>
          <a:xfrm>
            <a:off x="8340918" y="2330230"/>
            <a:ext cx="84283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2BB8D7-1DB8-3397-680D-A60C0F84A9D2}"/>
              </a:ext>
            </a:extLst>
          </p:cNvPr>
          <p:cNvSpPr/>
          <p:nvPr/>
        </p:nvSpPr>
        <p:spPr>
          <a:xfrm>
            <a:off x="4834393" y="4699221"/>
            <a:ext cx="1343770" cy="16379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AA40-F39D-C18E-97DD-E88576D15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210EE30-0DE3-25BF-9B38-291C486E6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D0F37D8-B002-F253-49FA-13BDDF9F2066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予約申請をクリックします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53FF6A-B169-72B9-8944-A000B37836E1}"/>
              </a:ext>
            </a:extLst>
          </p:cNvPr>
          <p:cNvSpPr/>
          <p:nvPr/>
        </p:nvSpPr>
        <p:spPr>
          <a:xfrm>
            <a:off x="4985467" y="4874150"/>
            <a:ext cx="1110533" cy="1304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3D93BAAB-D1C9-DA8F-F214-CE4271B74E3F}"/>
              </a:ext>
            </a:extLst>
          </p:cNvPr>
          <p:cNvSpPr/>
          <p:nvPr/>
        </p:nvSpPr>
        <p:spPr>
          <a:xfrm>
            <a:off x="5267739" y="3760967"/>
            <a:ext cx="477078" cy="771276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215201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E6EE-AF17-CCCF-7C97-4C9AC838B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DA30F8F2-CC7A-DD24-1574-B07AA5FD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594"/>
            <a:ext cx="12192000" cy="657481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B0A14D0-4F12-2CF8-6711-9F38D34527E1}"/>
              </a:ext>
            </a:extLst>
          </p:cNvPr>
          <p:cNvSpPr txBox="1"/>
          <p:nvPr/>
        </p:nvSpPr>
        <p:spPr>
          <a:xfrm>
            <a:off x="3148717" y="397566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予約申請を承認または却下します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111E38-C3CA-7E09-DABB-B9CE141C595A}"/>
              </a:ext>
            </a:extLst>
          </p:cNvPr>
          <p:cNvSpPr/>
          <p:nvPr/>
        </p:nvSpPr>
        <p:spPr>
          <a:xfrm>
            <a:off x="6957391" y="5319423"/>
            <a:ext cx="1669774" cy="508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20504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8582600-221D-F761-545F-E0E461258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9853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F4A9FDA-0318-A11E-5022-4CA6DD18D45D}"/>
              </a:ext>
            </a:extLst>
          </p:cNvPr>
          <p:cNvSpPr txBox="1"/>
          <p:nvPr/>
        </p:nvSpPr>
        <p:spPr>
          <a:xfrm>
            <a:off x="3419061" y="214685"/>
            <a:ext cx="4786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予約申請が承認されました</a:t>
            </a:r>
          </a:p>
        </p:txBody>
      </p:sp>
    </p:spTree>
    <p:extLst>
      <p:ext uri="{BB962C8B-B14F-4D97-AF65-F5344CB8AC3E}">
        <p14:creationId xmlns:p14="http://schemas.microsoft.com/office/powerpoint/2010/main" val="1411403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DBD6-4601-3048-A2C4-A0E70154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24E4542-EE22-12A1-BC98-5D8433BECDBA}"/>
              </a:ext>
            </a:extLst>
          </p:cNvPr>
          <p:cNvSpPr txBox="1"/>
          <p:nvPr/>
        </p:nvSpPr>
        <p:spPr>
          <a:xfrm>
            <a:off x="3045350" y="2592125"/>
            <a:ext cx="58680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600" dirty="0">
                <a:solidFill>
                  <a:srgbClr val="FF0000"/>
                </a:solidFill>
              </a:rPr>
              <a:t>方法2：承認待ち予約の一覧で、予約状況を確認</a:t>
            </a:r>
          </a:p>
        </p:txBody>
      </p:sp>
    </p:spTree>
    <p:extLst>
      <p:ext uri="{BB962C8B-B14F-4D97-AF65-F5344CB8AC3E}">
        <p14:creationId xmlns:p14="http://schemas.microsoft.com/office/powerpoint/2010/main" val="136109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F512-401F-A086-FD4C-01C56A786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85D6D48-2A09-06FC-522D-5FA9C8631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1566AC1-D289-8167-EF28-45EB0DEA9745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承認待ちの</a:t>
            </a:r>
            <a:r>
              <a:rPr lang="ja-JP" dirty="0" err="1">
                <a:solidFill>
                  <a:srgbClr val="FF0000"/>
                </a:solidFill>
              </a:rPr>
              <a:t>予約</a:t>
            </a:r>
            <a:r>
              <a:rPr lang="ja-JP" dirty="0">
                <a:solidFill>
                  <a:srgbClr val="FF0000"/>
                </a:solidFill>
              </a:rPr>
              <a:t>を表示します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C0DB7-5E3A-FD86-A8C6-2C2024A30AF7}"/>
              </a:ext>
            </a:extLst>
          </p:cNvPr>
          <p:cNvSpPr/>
          <p:nvPr/>
        </p:nvSpPr>
        <p:spPr>
          <a:xfrm>
            <a:off x="1574357" y="944763"/>
            <a:ext cx="2655737" cy="7806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70353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33C79-125B-E49D-7B8A-687E5CD5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3D907D2-4400-528B-6EC5-0ECD68E7E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7"/>
            <a:ext cx="12192000" cy="65579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F63572F-60FD-45C2-BDD7-3D33240BA261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処理する予約を選択します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4E5C7F-05CE-7A23-3A9F-818F45C4140B}"/>
              </a:ext>
            </a:extLst>
          </p:cNvPr>
          <p:cNvSpPr/>
          <p:nvPr/>
        </p:nvSpPr>
        <p:spPr>
          <a:xfrm>
            <a:off x="1590259" y="1176793"/>
            <a:ext cx="10519578" cy="1057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18133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AB2C8-32C7-1ABA-A4FA-300EF095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E3218FC-A169-6C28-8EA6-DADE69937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7"/>
            <a:ext cx="12192000" cy="65579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0F3EC48-18AC-1DCA-98D5-813662D44566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任意：ユーザーの当月の予約を表示します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B6C5A0-CBAD-4A75-23B8-3227EDCDE984}"/>
              </a:ext>
            </a:extLst>
          </p:cNvPr>
          <p:cNvSpPr/>
          <p:nvPr/>
        </p:nvSpPr>
        <p:spPr>
          <a:xfrm>
            <a:off x="10432111" y="1208598"/>
            <a:ext cx="636105" cy="23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4" name="Flèche : bas 3">
            <a:extLst>
              <a:ext uri="{FF2B5EF4-FFF2-40B4-BE49-F238E27FC236}">
                <a16:creationId xmlns:a16="http://schemas.microsoft.com/office/drawing/2014/main" id="{1225C3EA-67F2-8B9D-1E02-637A026DE629}"/>
              </a:ext>
            </a:extLst>
          </p:cNvPr>
          <p:cNvSpPr/>
          <p:nvPr/>
        </p:nvSpPr>
        <p:spPr>
          <a:xfrm>
            <a:off x="10531502" y="811033"/>
            <a:ext cx="437321" cy="341906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862259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8B97-EE1F-BF74-E321-3F86E615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94FE536-A56E-598E-61DC-0BDD359AE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20"/>
            <a:ext cx="12192000" cy="657335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9306ECF-E976-5BC0-F0B9-06F1F391F063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予約申請を承認するか却下するか決定します</a:t>
            </a:r>
          </a:p>
        </p:txBody>
      </p:sp>
    </p:spTree>
    <p:extLst>
      <p:ext uri="{BB962C8B-B14F-4D97-AF65-F5344CB8AC3E}">
        <p14:creationId xmlns:p14="http://schemas.microsoft.com/office/powerpoint/2010/main" val="3880947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F7334-42F9-7A20-F1B0-9A4274125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0BF1CBB-B4DF-4E98-9F9E-F6D86E9E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20"/>
            <a:ext cx="12192000" cy="657335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F1604FB-BFAC-E0CC-2EDA-CA390E6CDF09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予約申請一覧に戻る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0E609-401F-CCBF-F027-B8EE1D3F1229}"/>
              </a:ext>
            </a:extLst>
          </p:cNvPr>
          <p:cNvSpPr/>
          <p:nvPr/>
        </p:nvSpPr>
        <p:spPr>
          <a:xfrm>
            <a:off x="8897510" y="4460682"/>
            <a:ext cx="811033" cy="294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EBA51799-CEC6-16E3-735E-00AA5E1DCBA6}"/>
              </a:ext>
            </a:extLst>
          </p:cNvPr>
          <p:cNvSpPr/>
          <p:nvPr/>
        </p:nvSpPr>
        <p:spPr>
          <a:xfrm>
            <a:off x="7855889" y="4595854"/>
            <a:ext cx="930302" cy="119269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43580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A403C-7807-F03C-71CF-CFAE6D6EB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56DDE42-1024-E4E8-B0FC-D441ABC32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7"/>
            <a:ext cx="12192000" cy="65579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106E5CC-4A1E-E3BA-BB65-DF4C880BDF6F}"/>
              </a:ext>
            </a:extLst>
          </p:cNvPr>
          <p:cNvSpPr txBox="1"/>
          <p:nvPr/>
        </p:nvSpPr>
        <p:spPr>
          <a:xfrm>
            <a:off x="2409245" y="294073"/>
            <a:ext cx="6917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6. 任意：</a:t>
            </a:r>
            <a:r>
              <a:rPr lang="ja-JP" dirty="0" err="1">
                <a:solidFill>
                  <a:srgbClr val="FF0000"/>
                </a:solidFill>
              </a:rPr>
              <a:t>予約</a:t>
            </a:r>
            <a:r>
              <a:rPr lang="ja-JP" dirty="0">
                <a:solidFill>
                  <a:srgbClr val="FF0000"/>
                </a:solidFill>
              </a:rPr>
              <a:t>をクリックして</a:t>
            </a:r>
            <a:r>
              <a:rPr lang="ja-JP" dirty="0" err="1">
                <a:solidFill>
                  <a:srgbClr val="FF0000"/>
                </a:solidFill>
              </a:rPr>
              <a:t>予約</a:t>
            </a:r>
            <a:r>
              <a:rPr lang="ja-JP" dirty="0">
                <a:solidFill>
                  <a:srgbClr val="FF0000"/>
                </a:solidFill>
              </a:rPr>
              <a:t>の詳細を</a:t>
            </a:r>
            <a:r>
              <a:rPr lang="ja-JP" dirty="0" err="1">
                <a:solidFill>
                  <a:srgbClr val="FF0000"/>
                </a:solidFill>
              </a:rPr>
              <a:t>表示します</a:t>
            </a:r>
            <a:endParaRPr lang="ja-JP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FD4757-F482-A60D-9272-E1D84DB37EE5}"/>
              </a:ext>
            </a:extLst>
          </p:cNvPr>
          <p:cNvSpPr/>
          <p:nvPr/>
        </p:nvSpPr>
        <p:spPr>
          <a:xfrm>
            <a:off x="1606163" y="1208598"/>
            <a:ext cx="8158039" cy="23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381349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864A-5A17-FE48-FF51-3EFE13C4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8F455F0-DF9A-8091-CA3E-64A5643E1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25" y="0"/>
            <a:ext cx="11287549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C8F8EE1-16F2-019D-E0C4-535CAD0C6F26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7. 承認待ち予約の一覧に戻ります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BD4A7C-938F-BF8F-46AF-7B432FF2C7BC}"/>
              </a:ext>
            </a:extLst>
          </p:cNvPr>
          <p:cNvSpPr/>
          <p:nvPr/>
        </p:nvSpPr>
        <p:spPr>
          <a:xfrm>
            <a:off x="10373989" y="478739"/>
            <a:ext cx="663547" cy="23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E98D979D-D544-F60D-DD63-FF3DFCC0392D}"/>
              </a:ext>
            </a:extLst>
          </p:cNvPr>
          <p:cNvSpPr/>
          <p:nvPr/>
        </p:nvSpPr>
        <p:spPr>
          <a:xfrm>
            <a:off x="9700591" y="556591"/>
            <a:ext cx="564543" cy="160688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325657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D9D6C-A761-7F3E-04CC-F4ED60CD2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AF466D21-6EC3-BF60-0E46-BACB3253C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017"/>
            <a:ext cx="12192000" cy="655796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A48F2A3-CA7B-7779-ACF4-82B8809E57C9}"/>
              </a:ext>
            </a:extLst>
          </p:cNvPr>
          <p:cNvSpPr txBox="1"/>
          <p:nvPr/>
        </p:nvSpPr>
        <p:spPr>
          <a:xfrm>
            <a:off x="2409245" y="294073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8. 予約を承認または却下します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EA6DD-2DE1-59B3-F638-1B9F7D546478}"/>
              </a:ext>
            </a:extLst>
          </p:cNvPr>
          <p:cNvSpPr/>
          <p:nvPr/>
        </p:nvSpPr>
        <p:spPr>
          <a:xfrm flipH="1">
            <a:off x="11115922" y="1208598"/>
            <a:ext cx="938254" cy="238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803212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2383A0E-465F-91C0-A36E-AFF214B6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46"/>
            <a:ext cx="12192000" cy="656690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C97F965-2CF7-7DAA-2759-55C37B9AB805}"/>
              </a:ext>
            </a:extLst>
          </p:cNvPr>
          <p:cNvSpPr txBox="1"/>
          <p:nvPr/>
        </p:nvSpPr>
        <p:spPr>
          <a:xfrm>
            <a:off x="3232628" y="457200"/>
            <a:ext cx="456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9. 予約が承認または却下されました</a:t>
            </a:r>
          </a:p>
        </p:txBody>
      </p:sp>
    </p:spTree>
    <p:extLst>
      <p:ext uri="{BB962C8B-B14F-4D97-AF65-F5344CB8AC3E}">
        <p14:creationId xmlns:p14="http://schemas.microsoft.com/office/powerpoint/2010/main" val="16385867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179</Words>
  <Application>Microsoft Office PowerPoint</Application>
  <PresentationFormat>Grand écran</PresentationFormat>
  <Paragraphs>21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5</cp:revision>
  <dcterms:created xsi:type="dcterms:W3CDTF">2026-08-25T08:08:10Z</dcterms:created>
  <dcterms:modified xsi:type="dcterms:W3CDTF">2026-08-31T05:42:36Z</dcterms:modified>
</cp:coreProperties>
</file>