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1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9019340" y="2112428"/>
            <a:ext cx="28704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  <a:br>
              <a:rPr lang="ja-JP" sz="3200" dirty="0"/>
            </a:br>
            <a:r>
              <a:rPr lang="ja-JP" sz="2600" dirty="0"/>
              <a:t>ユーザー情報</a:t>
            </a:r>
            <a:br>
              <a:rPr lang="ja-JP" sz="2600" dirty="0"/>
            </a:br>
            <a:r>
              <a:rPr lang="ja-JP" sz="2600" dirty="0"/>
              <a:t>パスワードを変更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管理者アカウントがあること</a:t>
            </a:r>
          </a:p>
          <a:p>
            <a:r>
              <a:rPr lang="ja-JP" dirty="0"/>
              <a:t>登録済みユーザーがいること</a:t>
            </a:r>
            <a:br>
              <a:rPr lang="ja-JP" dirty="0"/>
            </a:br>
            <a:endParaRPr lang="ja-JP" dirty="0"/>
          </a:p>
          <a:p>
            <a:pPr marL="0" indent="0">
              <a:buNone/>
            </a:pPr>
            <a:r>
              <a:rPr lang="ja-JP" dirty="0"/>
              <a:t>所要時間：10分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「ユーザー」ページを開きます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15124-D1A8-D79C-735F-F1ADF4E784C2}"/>
              </a:ext>
            </a:extLst>
          </p:cNvPr>
          <p:cNvSpPr/>
          <p:nvPr/>
        </p:nvSpPr>
        <p:spPr>
          <a:xfrm>
            <a:off x="0" y="1009815"/>
            <a:ext cx="707666" cy="17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964726-70FB-93C0-1403-A727935A60E4}"/>
              </a:ext>
            </a:extLst>
          </p:cNvPr>
          <p:cNvSpPr/>
          <p:nvPr/>
        </p:nvSpPr>
        <p:spPr>
          <a:xfrm rot="5400000">
            <a:off x="956142" y="787179"/>
            <a:ext cx="361785" cy="62020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EBFAD3C9-F51D-5E98-B1E0-7DC79C88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03"/>
            <a:ext cx="12192000" cy="64507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CC1EAF-D52C-9538-9FD4-0BE936C0197C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75BCBF-A012-4AD0-BED0-79A9A71D83DB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検索バーにユーザー名を入力します</a:t>
            </a:r>
          </a:p>
        </p:txBody>
      </p:sp>
    </p:spTree>
    <p:extLst>
      <p:ext uri="{BB962C8B-B14F-4D97-AF65-F5344CB8AC3E}">
        <p14:creationId xmlns:p14="http://schemas.microsoft.com/office/powerpoint/2010/main" val="113368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FDC9-EBBE-9E7E-7585-CF4BE66F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01A77D5-A12D-FCEA-F99C-6A3C187BC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620"/>
            <a:ext cx="12192000" cy="64127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C05D39-48EB-DF37-2815-59477422463E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71A254-33DE-BD13-F244-88A4E0171FB3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編集するユーザーをダブルクリックします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707D6-D461-5772-5ED8-F7EAFBCB51D4}"/>
              </a:ext>
            </a:extLst>
          </p:cNvPr>
          <p:cNvSpPr/>
          <p:nvPr/>
        </p:nvSpPr>
        <p:spPr>
          <a:xfrm>
            <a:off x="1685677" y="1590261"/>
            <a:ext cx="10137913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066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24DD-5B03-E830-5E40-58F96B99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C04081-11D2-8E11-240B-8B463140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557"/>
            <a:ext cx="12192000" cy="65500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D6E85D-1256-4A27-E9A9-4062E780ED19}"/>
              </a:ext>
            </a:extLst>
          </p:cNvPr>
          <p:cNvSpPr/>
          <p:nvPr/>
        </p:nvSpPr>
        <p:spPr>
          <a:xfrm>
            <a:off x="1606164" y="665071"/>
            <a:ext cx="4333460" cy="6049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70B19D9-2288-9C5B-5670-EA19300061B0}"/>
              </a:ext>
            </a:extLst>
          </p:cNvPr>
          <p:cNvSpPr txBox="1"/>
          <p:nvPr/>
        </p:nvSpPr>
        <p:spPr>
          <a:xfrm>
            <a:off x="6558649" y="1110649"/>
            <a:ext cx="4182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編集するユーザー情報を確認します。Google IDとLINE IDは変更しないでください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A69BC73-1CFC-F0C7-7714-13E203174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649" y="2582765"/>
            <a:ext cx="4794928" cy="29669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C0F8629-F14D-7B1A-D158-CD8856F7E4BB}"/>
              </a:ext>
            </a:extLst>
          </p:cNvPr>
          <p:cNvSpPr/>
          <p:nvPr/>
        </p:nvSpPr>
        <p:spPr>
          <a:xfrm>
            <a:off x="6446146" y="2508531"/>
            <a:ext cx="4604368" cy="31154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68230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3A54C-67EA-EBBA-55A6-80DFFC8BD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D8B3C08-A5BA-CEF5-B0C0-AD3DA4325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89"/>
            <a:ext cx="12192000" cy="65654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527A05-F4B9-1C9F-0A3C-B9E37D80B358}"/>
              </a:ext>
            </a:extLst>
          </p:cNvPr>
          <p:cNvSpPr/>
          <p:nvPr/>
        </p:nvSpPr>
        <p:spPr>
          <a:xfrm>
            <a:off x="1391830" y="665071"/>
            <a:ext cx="5534952" cy="6049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2F2BDBA-6A3A-DFA7-CDFC-D09276AC7E1A}"/>
              </a:ext>
            </a:extLst>
          </p:cNvPr>
          <p:cNvSpPr txBox="1"/>
          <p:nvPr/>
        </p:nvSpPr>
        <p:spPr>
          <a:xfrm>
            <a:off x="7173643" y="754599"/>
            <a:ext cx="41823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5. ユーザーがパスワードを忘れた場合などは、最後の欄に新しいパスワードを入力し、本人に伝えます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57C6B86-F981-1082-205C-324C2BDB8669}"/>
              </a:ext>
            </a:extLst>
          </p:cNvPr>
          <p:cNvSpPr txBox="1"/>
          <p:nvPr/>
        </p:nvSpPr>
        <p:spPr>
          <a:xfrm>
            <a:off x="7460857" y="3074973"/>
            <a:ext cx="4029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Google IDとLINE IDは変更しないでください</a:t>
            </a:r>
          </a:p>
        </p:txBody>
      </p:sp>
    </p:spTree>
    <p:extLst>
      <p:ext uri="{BB962C8B-B14F-4D97-AF65-F5344CB8AC3E}">
        <p14:creationId xmlns:p14="http://schemas.microsoft.com/office/powerpoint/2010/main" val="826361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2A87-3144-A9EB-EA17-877196E1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42BF261-6C63-F13A-9936-A618B8899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89"/>
            <a:ext cx="12192000" cy="65654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C7DFBB-8461-7A8F-7112-F0B79238FB1E}"/>
              </a:ext>
            </a:extLst>
          </p:cNvPr>
          <p:cNvSpPr/>
          <p:nvPr/>
        </p:nvSpPr>
        <p:spPr>
          <a:xfrm>
            <a:off x="11449878" y="146289"/>
            <a:ext cx="580445" cy="306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4051097-9AE5-E0A4-EE6E-3FFC78ADBEA5}"/>
              </a:ext>
            </a:extLst>
          </p:cNvPr>
          <p:cNvSpPr txBox="1"/>
          <p:nvPr/>
        </p:nvSpPr>
        <p:spPr>
          <a:xfrm>
            <a:off x="7173643" y="754599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6. 「保存」をクリックします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3625547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14893-FDD0-EE0A-30F6-FAA0793E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5B806E4-4096-D70D-29E4-3B71D3C97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547"/>
            <a:ext cx="12192000" cy="642090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C1569C0-0739-BA41-7604-F3B413751C60}"/>
              </a:ext>
            </a:extLst>
          </p:cNvPr>
          <p:cNvSpPr txBox="1"/>
          <p:nvPr/>
        </p:nvSpPr>
        <p:spPr>
          <a:xfrm>
            <a:off x="4940410" y="87059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7. ユーザー情報が更新されました</a:t>
            </a:r>
          </a:p>
        </p:txBody>
      </p:sp>
    </p:spTree>
    <p:extLst>
      <p:ext uri="{BB962C8B-B14F-4D97-AF65-F5344CB8AC3E}">
        <p14:creationId xmlns:p14="http://schemas.microsoft.com/office/powerpoint/2010/main" val="10913357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146</Words>
  <Application>Microsoft Office PowerPoint</Application>
  <PresentationFormat>Grand écran</PresentationFormat>
  <Paragraphs>14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2026-09-02T08:06:53Z</dcterms:modified>
</cp:coreProperties>
</file>