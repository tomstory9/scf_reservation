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0"/>
            <p14:sldId id="262"/>
            <p14:sldId id="261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01/09/2026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8953169" y="2414578"/>
            <a:ext cx="287042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</a:p>
          <a:p>
            <a:r>
              <a:rPr lang="ja-JP" sz="2600" dirty="0"/>
              <a:t>ユーザーを承認・却下する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管理者アカウントを持っていること</a:t>
            </a:r>
          </a:p>
          <a:p>
            <a:r>
              <a:rPr lang="ja-JP" dirty="0"/>
              <a:t>承認待ちユーザーがいること</a:t>
            </a:r>
          </a:p>
          <a:p>
            <a:pPr marL="0" indent="0">
              <a:buNone/>
            </a:pPr>
            <a:r>
              <a:rPr lang="ja-JP" dirty="0"/>
              <a:t>所要時間：5分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FBB9BE3-29B0-BCF5-7844-500115EA0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075"/>
            <a:ext cx="12192000" cy="6021143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AB55641-5BC8-31FC-002D-9D0948AE8019}"/>
              </a:ext>
            </a:extLst>
          </p:cNvPr>
          <p:cNvSpPr txBox="1"/>
          <p:nvPr/>
        </p:nvSpPr>
        <p:spPr>
          <a:xfrm>
            <a:off x="3172569" y="341906"/>
            <a:ext cx="388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「承認待ちユーザー」ページを開きます</a:t>
            </a:r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EB34D15-5FF2-FAB2-FE15-6908320B6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60615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8F20302-E827-AC24-B8C4-0F8603B70C21}"/>
              </a:ext>
            </a:extLst>
          </p:cNvPr>
          <p:cNvSpPr/>
          <p:nvPr/>
        </p:nvSpPr>
        <p:spPr>
          <a:xfrm>
            <a:off x="1510748" y="882596"/>
            <a:ext cx="10681252" cy="4373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E5F1E65-D12D-83B0-2EA7-3E7BE0C5C78D}"/>
              </a:ext>
            </a:extLst>
          </p:cNvPr>
          <p:cNvSpPr txBox="1"/>
          <p:nvPr/>
        </p:nvSpPr>
        <p:spPr>
          <a:xfrm>
            <a:off x="3896139" y="2266122"/>
            <a:ext cx="5057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表示された情報を確認し、ユーザーを承認するか却下するかを決めます</a:t>
            </a:r>
          </a:p>
        </p:txBody>
      </p:sp>
      <p:sp>
        <p:nvSpPr>
          <p:cNvPr id="6" name="Flèche : haut 5">
            <a:extLst>
              <a:ext uri="{FF2B5EF4-FFF2-40B4-BE49-F238E27FC236}">
                <a16:creationId xmlns:a16="http://schemas.microsoft.com/office/drawing/2014/main" id="{068F2BBD-2C0B-C40B-AB2B-FC531B5EEEDC}"/>
              </a:ext>
            </a:extLst>
          </p:cNvPr>
          <p:cNvSpPr/>
          <p:nvPr/>
        </p:nvSpPr>
        <p:spPr>
          <a:xfrm>
            <a:off x="11354463" y="1383527"/>
            <a:ext cx="286247" cy="437322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Flèche : haut 7">
            <a:extLst>
              <a:ext uri="{FF2B5EF4-FFF2-40B4-BE49-F238E27FC236}">
                <a16:creationId xmlns:a16="http://schemas.microsoft.com/office/drawing/2014/main" id="{F6D47896-C75F-F45F-6202-6894BED15176}"/>
              </a:ext>
            </a:extLst>
          </p:cNvPr>
          <p:cNvSpPr/>
          <p:nvPr/>
        </p:nvSpPr>
        <p:spPr>
          <a:xfrm>
            <a:off x="11706307" y="1383527"/>
            <a:ext cx="286247" cy="437322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145482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51C6B-D34C-011A-7F2C-A20937752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08F132A-B4EF-C5F8-0F2C-192B9DC0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535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16E683-717E-AF24-DC73-8E2FC3CAF351}"/>
              </a:ext>
            </a:extLst>
          </p:cNvPr>
          <p:cNvSpPr/>
          <p:nvPr/>
        </p:nvSpPr>
        <p:spPr>
          <a:xfrm>
            <a:off x="0" y="1224500"/>
            <a:ext cx="1272209" cy="143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945303E-27E0-87D1-5B7B-A51AB0161A2B}"/>
              </a:ext>
            </a:extLst>
          </p:cNvPr>
          <p:cNvSpPr txBox="1"/>
          <p:nvPr/>
        </p:nvSpPr>
        <p:spPr>
          <a:xfrm>
            <a:off x="1693628" y="1793554"/>
            <a:ext cx="5057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承認後、ユーザー一覧を開きます</a:t>
            </a:r>
          </a:p>
        </p:txBody>
      </p:sp>
      <p:sp>
        <p:nvSpPr>
          <p:cNvPr id="6" name="Flèche : haut 5">
            <a:extLst>
              <a:ext uri="{FF2B5EF4-FFF2-40B4-BE49-F238E27FC236}">
                <a16:creationId xmlns:a16="http://schemas.microsoft.com/office/drawing/2014/main" id="{7E1AB5A2-7317-D1D7-8F91-BF8439E3F005}"/>
              </a:ext>
            </a:extLst>
          </p:cNvPr>
          <p:cNvSpPr/>
          <p:nvPr/>
        </p:nvSpPr>
        <p:spPr>
          <a:xfrm rot="16200000">
            <a:off x="1421959" y="1077400"/>
            <a:ext cx="286247" cy="437322"/>
          </a:xfrm>
          <a:prstGeom prst="up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32D357F-AFC4-381E-EE08-32C611404324}"/>
              </a:ext>
            </a:extLst>
          </p:cNvPr>
          <p:cNvSpPr txBox="1"/>
          <p:nvPr/>
        </p:nvSpPr>
        <p:spPr>
          <a:xfrm>
            <a:off x="3567485" y="649731"/>
            <a:ext cx="5057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却下した場合、以降の操作は不要です</a:t>
            </a:r>
          </a:p>
        </p:txBody>
      </p:sp>
    </p:spTree>
    <p:extLst>
      <p:ext uri="{BB962C8B-B14F-4D97-AF65-F5344CB8AC3E}">
        <p14:creationId xmlns:p14="http://schemas.microsoft.com/office/powerpoint/2010/main" val="147823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80E10801-F9F0-B8CD-2374-3A72A0923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03"/>
            <a:ext cx="12192000" cy="645079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CC1EAF-D52C-9538-9FD4-0BE936C0197C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75BCBF-A012-4AD0-BED0-79A9A71D83DB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検索バーに対象ユーザーの名前を入力します</a:t>
            </a:r>
          </a:p>
        </p:txBody>
      </p:sp>
    </p:spTree>
    <p:extLst>
      <p:ext uri="{BB962C8B-B14F-4D97-AF65-F5344CB8AC3E}">
        <p14:creationId xmlns:p14="http://schemas.microsoft.com/office/powerpoint/2010/main" val="113368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FDC9-EBBE-9E7E-7585-CF4BE66F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E817381E-5081-2B40-A97A-7E9F4BE23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620"/>
            <a:ext cx="12192000" cy="641275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C05D39-48EB-DF37-2815-59477422463E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71A254-33DE-BD13-F244-88A4E0171FB3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5. 新しく作成されたユーザーをダブルクリックします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707D6-D461-5772-5ED8-F7EAFBCB51D4}"/>
              </a:ext>
            </a:extLst>
          </p:cNvPr>
          <p:cNvSpPr/>
          <p:nvPr/>
        </p:nvSpPr>
        <p:spPr>
          <a:xfrm>
            <a:off x="1717482" y="1319916"/>
            <a:ext cx="10137913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0663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E669-13B7-E283-6AA4-FFB4B58C9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83B140D-B0B6-339C-E36A-AA8B3443D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870"/>
            <a:ext cx="12192000" cy="6586260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4FC5F58-6CEA-C0D7-613A-4C2D6C7685CB}"/>
              </a:ext>
            </a:extLst>
          </p:cNvPr>
          <p:cNvSpPr txBox="1"/>
          <p:nvPr/>
        </p:nvSpPr>
        <p:spPr>
          <a:xfrm>
            <a:off x="7044855" y="1438048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 xml:space="preserve">6. </a:t>
            </a:r>
            <a:r>
              <a:rPr lang="ja-JP" dirty="0" err="1">
                <a:solidFill>
                  <a:srgbClr val="FF0000"/>
                </a:solidFill>
              </a:rPr>
              <a:t>ロール一覧を開き、</a:t>
            </a:r>
            <a:r>
              <a:rPr lang="ja-JP" dirty="0">
                <a:solidFill>
                  <a:srgbClr val="FF0000"/>
                </a:solidFill>
              </a:rPr>
              <a:t>割り当てるロールを選択します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D0E923-8196-9FE5-AA88-B61ED489EE33}"/>
              </a:ext>
            </a:extLst>
          </p:cNvPr>
          <p:cNvSpPr/>
          <p:nvPr/>
        </p:nvSpPr>
        <p:spPr>
          <a:xfrm>
            <a:off x="1685678" y="1661823"/>
            <a:ext cx="4245996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A8DFFFE-8FC0-B0C0-4EFA-7BD0E3B86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212" y="2477324"/>
            <a:ext cx="4911029" cy="1654478"/>
          </a:xfrm>
          <a:prstGeom prst="rect">
            <a:avLst/>
          </a:prstGeom>
        </p:spPr>
      </p:pic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EDB1AA95-8473-0887-1737-2162C6439CE8}"/>
              </a:ext>
            </a:extLst>
          </p:cNvPr>
          <p:cNvSpPr/>
          <p:nvPr/>
        </p:nvSpPr>
        <p:spPr>
          <a:xfrm rot="2375922">
            <a:off x="5931674" y="1860605"/>
            <a:ext cx="795129" cy="405517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6D028D-4B3C-9F84-40FB-9C8F732C9161}"/>
              </a:ext>
            </a:extLst>
          </p:cNvPr>
          <p:cNvSpPr/>
          <p:nvPr/>
        </p:nvSpPr>
        <p:spPr>
          <a:xfrm>
            <a:off x="6371869" y="3018350"/>
            <a:ext cx="4855371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769262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2C014-7C7A-FB2F-B831-B45F1FA4E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2BF22C7-469E-47CE-8604-6877CBA63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7335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7496CBBE-F0AE-F3CD-B288-454B73F9F23E}"/>
              </a:ext>
            </a:extLst>
          </p:cNvPr>
          <p:cNvSpPr txBox="1"/>
          <p:nvPr/>
        </p:nvSpPr>
        <p:spPr>
          <a:xfrm>
            <a:off x="7044855" y="1438048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7. 保存して完了です！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E723EA-D8DF-27C5-F1E7-CB64535C426B}"/>
              </a:ext>
            </a:extLst>
          </p:cNvPr>
          <p:cNvSpPr/>
          <p:nvPr/>
        </p:nvSpPr>
        <p:spPr>
          <a:xfrm>
            <a:off x="11433976" y="539718"/>
            <a:ext cx="604300" cy="1987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2423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03908-71F1-A606-B610-60D75BF04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91F28CF-BB7A-78F8-49A4-BC437B591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058"/>
            <a:ext cx="12192000" cy="65698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4F29288-3C0F-54D3-2D42-C06EA837A108}"/>
              </a:ext>
            </a:extLst>
          </p:cNvPr>
          <p:cNvSpPr/>
          <p:nvPr/>
        </p:nvSpPr>
        <p:spPr>
          <a:xfrm>
            <a:off x="1630017" y="1963972"/>
            <a:ext cx="10392356" cy="2464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16195501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120</Words>
  <Application>Microsoft Office PowerPoint</Application>
  <PresentationFormat>Grand écran</PresentationFormat>
  <Paragraphs>15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3</cp:revision>
  <dcterms:created xsi:type="dcterms:W3CDTF">2026-08-25T08:08:10Z</dcterms:created>
  <dcterms:modified xsi:type="dcterms:W3CDTF">2026-09-01T07:42:44Z</dcterms:modified>
</cp:coreProperties>
</file>