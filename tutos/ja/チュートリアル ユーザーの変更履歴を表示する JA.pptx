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18" d="100"/>
          <a:sy n="118" d="100"/>
        </p:scale>
        <p:origin x="19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ユーザーの変更履歴を表示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管理者アカウントがあること</a:t>
            </a:r>
          </a:p>
          <a:p>
            <a:r>
              <a:rPr lang="ja-JP" dirty="0"/>
              <a:t>登録済みユーザーがいること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所要時間：10分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「ユーザー」ページを開きます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1009815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6142" y="787179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BFAD3C9-F51D-5E98-B1E0-7DC79C88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03"/>
            <a:ext cx="12192000" cy="64507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検索バーにユーザー名を入力します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1A77D5-A12D-FCEA-F99C-6A3C187BC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20"/>
            <a:ext cx="12192000" cy="6412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表示するユーザーをダブルクリックします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>
            <a:off x="1685677" y="1590261"/>
            <a:ext cx="1013791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24DD-5B03-E830-5E40-58F96B99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C04081-11D2-8E11-240B-8B463140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57"/>
            <a:ext cx="12192000" cy="65500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70B19D9-2288-9C5B-5670-EA19300061B0}"/>
              </a:ext>
            </a:extLst>
          </p:cNvPr>
          <p:cNvSpPr txBox="1"/>
          <p:nvPr/>
        </p:nvSpPr>
        <p:spPr>
          <a:xfrm>
            <a:off x="6558649" y="1110649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「変更履歴を表示」を選択します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F8629-F14D-7B1A-D158-CD8856F7E4BB}"/>
              </a:ext>
            </a:extLst>
          </p:cNvPr>
          <p:cNvSpPr/>
          <p:nvPr/>
        </p:nvSpPr>
        <p:spPr>
          <a:xfrm>
            <a:off x="9514252" y="671638"/>
            <a:ext cx="705989" cy="218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E5A49AEE-4D62-19AD-7098-689FFE30507F}"/>
              </a:ext>
            </a:extLst>
          </p:cNvPr>
          <p:cNvSpPr/>
          <p:nvPr/>
        </p:nvSpPr>
        <p:spPr>
          <a:xfrm>
            <a:off x="9589062" y="164383"/>
            <a:ext cx="412694" cy="48298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68230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7B7883B-5E87-62A7-65A5-7FDF0725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425BB04-0596-5290-A1F4-C3B563C52951}"/>
              </a:ext>
            </a:extLst>
          </p:cNvPr>
          <p:cNvSpPr txBox="1"/>
          <p:nvPr/>
        </p:nvSpPr>
        <p:spPr>
          <a:xfrm>
            <a:off x="2354783" y="0"/>
            <a:ext cx="7727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ユーザーに対するすべての変更内容と変更者を確認できます</a:t>
            </a:r>
          </a:p>
        </p:txBody>
      </p:sp>
    </p:spTree>
    <p:extLst>
      <p:ext uri="{BB962C8B-B14F-4D97-AF65-F5344CB8AC3E}">
        <p14:creationId xmlns:p14="http://schemas.microsoft.com/office/powerpoint/2010/main" val="1042448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85</Words>
  <Application>Microsoft Office PowerPoint</Application>
  <PresentationFormat>Grand écran</PresentationFormat>
  <Paragraphs>11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9</cp:revision>
  <dcterms:created xsi:type="dcterms:W3CDTF">2026-08-25T08:08:10Z</dcterms:created>
  <dcterms:modified xsi:type="dcterms:W3CDTF">2026-09-02T08:15:49Z</dcterms:modified>
</cp:coreProperties>
</file>