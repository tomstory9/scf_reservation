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3200" dirty="0"/>
              <a:t>操作ガイド</a:t>
            </a:r>
          </a:p>
          <a:p>
            <a:r>
              <a:rPr lang="ja-JP" sz="2600" dirty="0"/>
              <a:t>場所を追加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前提条件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dirty="0"/>
              <a:t>管理者アカウントを持っていること</a:t>
            </a:r>
          </a:p>
          <a:p>
            <a:endParaRPr lang="ja-JP" dirty="0"/>
          </a:p>
          <a:p>
            <a:pPr marL="0" indent="0">
              <a:buNone/>
            </a:pPr>
            <a:r>
              <a:rPr lang="ja-JP" dirty="0"/>
              <a:t>所要時間：5分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2400" dirty="0"/>
              <a:t>ログイン情報を入力し、「ログイン」をクリックします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B5C6EF5-6328-E949-AB51-AAAD60F3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025"/>
            <a:ext cx="12192000" cy="657794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AB55641-5BC8-31FC-002D-9D0948AE801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1. 「場所」ページを開きます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811E98-2397-0126-9C95-FA774182570E}"/>
              </a:ext>
            </a:extLst>
          </p:cNvPr>
          <p:cNvSpPr/>
          <p:nvPr/>
        </p:nvSpPr>
        <p:spPr>
          <a:xfrm>
            <a:off x="0" y="1860605"/>
            <a:ext cx="1033670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049705AF-EF8E-AE50-3602-E28511C6F673}"/>
              </a:ext>
            </a:extLst>
          </p:cNvPr>
          <p:cNvSpPr/>
          <p:nvPr/>
        </p:nvSpPr>
        <p:spPr>
          <a:xfrm>
            <a:off x="1105233" y="1860605"/>
            <a:ext cx="970059" cy="18288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52E03-78AC-760A-D7C7-CE910286A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F6A3C6E-3C5E-C6A0-7E7B-3BD80F615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262"/>
            <a:ext cx="12192000" cy="655747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96FC420-D1A5-54BE-9508-3049C1E13A0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2. 「新しい場所を作成」を選択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7C8D9-2E6A-6C8A-0E97-D027949C87BD}"/>
              </a:ext>
            </a:extLst>
          </p:cNvPr>
          <p:cNvSpPr/>
          <p:nvPr/>
        </p:nvSpPr>
        <p:spPr>
          <a:xfrm>
            <a:off x="11426024" y="649783"/>
            <a:ext cx="765976" cy="198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4F00E13D-95C3-BC06-A946-3790F02CEEA1}"/>
              </a:ext>
            </a:extLst>
          </p:cNvPr>
          <p:cNvSpPr/>
          <p:nvPr/>
        </p:nvSpPr>
        <p:spPr>
          <a:xfrm rot="5400000">
            <a:off x="11624345" y="992630"/>
            <a:ext cx="369334" cy="290226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5555B7A-5C01-24F9-9B09-C93ED501DB98}"/>
              </a:ext>
            </a:extLst>
          </p:cNvPr>
          <p:cNvSpPr txBox="1"/>
          <p:nvPr/>
        </p:nvSpPr>
        <p:spPr>
          <a:xfrm>
            <a:off x="3912042" y="69414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92328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6DFCF-715E-3193-6C04-3B33BDD6B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AED79802-BD62-7EA3-8013-EC1CD3DAA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632"/>
            <a:ext cx="12192000" cy="648386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81B84B-4F7D-4321-B050-C63EB45FDCE2}"/>
              </a:ext>
            </a:extLst>
          </p:cNvPr>
          <p:cNvSpPr txBox="1"/>
          <p:nvPr/>
        </p:nvSpPr>
        <p:spPr>
          <a:xfrm>
            <a:off x="3148715" y="140025"/>
            <a:ext cx="3880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3. ゾーン情報を入力します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DFB8B4D-A9F2-2B9D-4E78-B93305FAD9E0}"/>
              </a:ext>
            </a:extLst>
          </p:cNvPr>
          <p:cNvSpPr txBox="1"/>
          <p:nvPr/>
        </p:nvSpPr>
        <p:spPr>
          <a:xfrm>
            <a:off x="3912042" y="69414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ja-JP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3140D9-C8B3-C17E-04BE-8BC3D5099514}"/>
              </a:ext>
            </a:extLst>
          </p:cNvPr>
          <p:cNvSpPr/>
          <p:nvPr/>
        </p:nvSpPr>
        <p:spPr>
          <a:xfrm>
            <a:off x="1574358" y="953076"/>
            <a:ext cx="7060759" cy="49785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6F2C034A-98FD-A468-EEA9-F07D4B19639D}"/>
              </a:ext>
            </a:extLst>
          </p:cNvPr>
          <p:cNvSpPr/>
          <p:nvPr/>
        </p:nvSpPr>
        <p:spPr>
          <a:xfrm rot="10800000">
            <a:off x="6798365" y="2154803"/>
            <a:ext cx="779228" cy="135173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C7B64F3-3F0B-5F58-BE84-8650823EBCF4}"/>
              </a:ext>
            </a:extLst>
          </p:cNvPr>
          <p:cNvSpPr txBox="1"/>
          <p:nvPr/>
        </p:nvSpPr>
        <p:spPr>
          <a:xfrm>
            <a:off x="7744570" y="1960805"/>
            <a:ext cx="3919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/>
              <a:t>このゾーンが属する施設を指定します。</a:t>
            </a: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349A8CBF-41C7-ABBD-2B90-1F44A924A7D6}"/>
              </a:ext>
            </a:extLst>
          </p:cNvPr>
          <p:cNvSpPr/>
          <p:nvPr/>
        </p:nvSpPr>
        <p:spPr>
          <a:xfrm rot="10800000">
            <a:off x="7744570" y="3054780"/>
            <a:ext cx="779228" cy="135173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8244682-F81A-297A-F625-4938CC6C4609}"/>
              </a:ext>
            </a:extLst>
          </p:cNvPr>
          <p:cNvSpPr txBox="1"/>
          <p:nvPr/>
        </p:nvSpPr>
        <p:spPr>
          <a:xfrm>
            <a:off x="8635117" y="2703710"/>
            <a:ext cx="39193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/>
              <a:t>選択時に表示する説明です。定員、アンカー、ルールなどを記載します。</a:t>
            </a:r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BF905BE8-A471-DA49-AAD2-B0701730AF69}"/>
              </a:ext>
            </a:extLst>
          </p:cNvPr>
          <p:cNvSpPr/>
          <p:nvPr/>
        </p:nvSpPr>
        <p:spPr>
          <a:xfrm rot="10800000">
            <a:off x="5931168" y="1723520"/>
            <a:ext cx="779228" cy="135173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5F0AEA9-D9CE-F72E-517C-CC6F92BEF348}"/>
              </a:ext>
            </a:extLst>
          </p:cNvPr>
          <p:cNvSpPr txBox="1"/>
          <p:nvPr/>
        </p:nvSpPr>
        <p:spPr>
          <a:xfrm>
            <a:off x="6736924" y="1223987"/>
            <a:ext cx="3919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1600" dirty="0"/>
              <a:t>種類を指定します。部屋・練習施設の選択に応じて、適切な画面に表示されます。</a:t>
            </a:r>
          </a:p>
        </p:txBody>
      </p:sp>
    </p:spTree>
    <p:extLst>
      <p:ext uri="{BB962C8B-B14F-4D97-AF65-F5344CB8AC3E}">
        <p14:creationId xmlns:p14="http://schemas.microsoft.com/office/powerpoint/2010/main" val="3628215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DB133-2143-9AF5-0764-E22C119C5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C7F798F5-B76A-3A15-E474-59AD9A837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454"/>
            <a:ext cx="12192000" cy="642709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DDD154C-A580-B0CD-D333-D57EB071A63D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4</a:t>
            </a:r>
            <a:r>
              <a:rPr lang="ja-JP">
                <a:solidFill>
                  <a:srgbClr val="FF0000"/>
                </a:solidFill>
              </a:rPr>
              <a:t xml:space="preserve"> </a:t>
            </a:r>
            <a:r>
              <a:rPr lang="ja-JP" dirty="0">
                <a:solidFill>
                  <a:srgbClr val="FF0000"/>
                </a:solidFill>
              </a:rPr>
              <a:t>. 場所が作成されました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5A56636-AF2B-A77B-962E-85C5881002E2}"/>
              </a:ext>
            </a:extLst>
          </p:cNvPr>
          <p:cNvSpPr txBox="1"/>
          <p:nvPr/>
        </p:nvSpPr>
        <p:spPr>
          <a:xfrm>
            <a:off x="3912042" y="69414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86196259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117</Words>
  <Application>Microsoft Office PowerPoint</Application>
  <PresentationFormat>Grand écran</PresentationFormat>
  <Paragraphs>14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8</cp:revision>
  <dcterms:created xsi:type="dcterms:W3CDTF">2026-08-25T08:08:10Z</dcterms:created>
  <dcterms:modified xsi:type="dcterms:W3CDTF">2026-09-03T07:23:26Z</dcterms:modified>
</cp:coreProperties>
</file>