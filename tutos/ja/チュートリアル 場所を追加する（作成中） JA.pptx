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D32FE8EF-5D3C-4ECB-A09A-DDAD82496843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F067DC-380E-9625-0EB4-124B8FABB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AA1CCF-64AA-3BBF-7CF9-ECEADFF3F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DEB1BD-CB68-9428-CC95-3CC398866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2FD5F3-D27B-6BA7-C337-C50F5630E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3694FD-B85B-2B39-A4FA-9DB73AA6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375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F444E2-A1E3-B1B2-C1C2-BFE8F315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79B2F3-F090-C8D6-4431-D4CC0DEDC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2ACC2A-1B5F-E25E-7151-4B36B483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239B44-E834-4830-18F5-DC0EEA00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D18E14-3F21-D11A-A179-12CA6902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06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B23FF-9C11-132A-1E17-096E547D4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885669-E233-4681-0843-B38404ADB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0C040D-A89A-44E0-BC13-7087450C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BE5A35-BBC5-3BC4-1B78-6DA8C63C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D71B30-F847-F601-C238-EE9C6F44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24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67B62-FA45-5E58-75DA-EAEDF395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383D27-0E32-BB12-125B-15E154A15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9459AC-4BCA-624C-85B9-0FD59604C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E200FF-5A6C-EE7C-C06E-D79AF8FB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3196C9-13F0-6BD8-73EA-AAB79C4D4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65AA49-44BD-7638-E6BA-F30C6814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48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AFF69-5814-062F-2208-9CAD5D8A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A05850-5563-06C3-0F79-509B62AA3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533C0D-2878-72C9-06C8-54C379306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A7F5DC-932D-20FD-4BA7-262E1FF1A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BD3244-4694-3C46-209D-79EFF414D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41858D0-154F-1ADC-108D-FD13253A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201D06-D648-3775-A700-62A074D8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9AA6EAB-451A-355E-DFF2-A3C0AD91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6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D34BFE-BB63-3916-37CE-754701A4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7D63F97-6538-126B-2A58-B98445F5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DDEE1C2-4A40-5752-F805-F675B569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8F308D-F9EF-A110-B5E8-3BE4827E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37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FE7D094-DCB2-6B65-48A2-54CFF4E8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06194B-A051-A4B1-669F-F80E19B4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7F0868-1E78-6E78-180B-837D4928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1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0BBDF-D8D6-6277-4041-9973F55D8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EBB844-A144-395A-5388-43B8BA109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06E650-5F81-71CF-D5F3-4B6D3879E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C2D5D6-BC85-8E49-EF08-FD51A588E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AFABC6-DD7C-3D77-05EE-B76A6A9F7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B34038-16E7-D340-8DD3-20AA6B36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12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ECAFA0-37FF-C800-12F7-590EB26A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3E042B8-A5A6-0715-C402-11D78996D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B10D19-2991-CBEE-F805-9E42DB221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A9CA33-7CB1-9F5E-8275-853AC19C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E329CC-5B54-C788-0179-91E48A2C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31AA8E-98A8-3841-712E-2263EDBB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11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4AB316-3A55-3B8D-7F9C-539D44C4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37669CE-B967-3904-350E-05D5AC845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4D18F0-221D-2799-E2C3-3DD8BBD8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9A133D-D24D-6639-3EE5-FBFDBFC5B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FE4650-3209-9D56-CE8E-EB3F3D5B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17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64DAFA1-1AD6-D3B8-3B1F-13D3589FB9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F9F752-0294-F5E9-6419-D012EE6A8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1021F4-BB21-F91A-A32A-A5136F9D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D61B4C-FD39-2030-37E9-236800BB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9E5935-4EE3-78C6-CD0B-EFD7B856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3043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602E719-24E8-636E-2120-EF4B6751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233B76-F3BF-8E30-F84C-D77A485D9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A174D0-D0A4-84C1-8C43-B4B12EA68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603014-3954-A4F7-60E1-D24C6E960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E8281C-AE72-CE0A-A129-D7B3EFFC9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69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937FA99F-1BD3-C041-40CC-58611823BF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2239" y="1423284"/>
            <a:ext cx="8383234" cy="36502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94613EC-959F-F168-EC6E-90592EB08F6C}"/>
              </a:ext>
            </a:extLst>
          </p:cNvPr>
          <p:cNvSpPr txBox="1"/>
          <p:nvPr/>
        </p:nvSpPr>
        <p:spPr>
          <a:xfrm>
            <a:off x="8953169" y="2414578"/>
            <a:ext cx="287042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sz="3200" dirty="0"/>
              <a:t>操作ガイド</a:t>
            </a:r>
          </a:p>
          <a:p>
            <a:r>
              <a:rPr lang="ja-JP" sz="2600" dirty="0"/>
              <a:t>場所を追加</a:t>
            </a:r>
          </a:p>
        </p:txBody>
      </p:sp>
    </p:spTree>
    <p:extLst>
      <p:ext uri="{BB962C8B-B14F-4D97-AF65-F5344CB8AC3E}">
        <p14:creationId xmlns:p14="http://schemas.microsoft.com/office/powerpoint/2010/main" val="228221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EDA93D-D45B-5892-68AB-7F5F0204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前提条件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F44CC8-50E5-0022-8D95-6796BC762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dirty="0"/>
              <a:t>管理者アカウントを持っていること</a:t>
            </a:r>
          </a:p>
          <a:p>
            <a:endParaRPr lang="ja-JP" dirty="0"/>
          </a:p>
          <a:p>
            <a:pPr marL="0" indent="0">
              <a:buNone/>
            </a:pPr>
            <a:r>
              <a:rPr lang="ja-JP" dirty="0"/>
              <a:t>所要時間：5分</a:t>
            </a:r>
          </a:p>
        </p:txBody>
      </p:sp>
    </p:spTree>
    <p:extLst>
      <p:ext uri="{BB962C8B-B14F-4D97-AF65-F5344CB8AC3E}">
        <p14:creationId xmlns:p14="http://schemas.microsoft.com/office/powerpoint/2010/main" val="3069714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394AA27-C643-1A40-3F45-871356A18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01" y="886070"/>
            <a:ext cx="8175724" cy="43506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053533-F479-FC99-48EA-709ED4D0A564}"/>
              </a:ext>
            </a:extLst>
          </p:cNvPr>
          <p:cNvSpPr/>
          <p:nvPr/>
        </p:nvSpPr>
        <p:spPr>
          <a:xfrm>
            <a:off x="2146852" y="3061381"/>
            <a:ext cx="2242268" cy="1047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B16A3C2F-3DDD-D60D-B12B-490213B8144F}"/>
              </a:ext>
            </a:extLst>
          </p:cNvPr>
          <p:cNvSpPr/>
          <p:nvPr/>
        </p:nvSpPr>
        <p:spPr>
          <a:xfrm rot="10800000">
            <a:off x="2829678" y="4129068"/>
            <a:ext cx="876616" cy="6729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8EAD953-5D9A-4DAB-9CDB-DEBB5FBBEBFA}"/>
              </a:ext>
            </a:extLst>
          </p:cNvPr>
          <p:cNvSpPr txBox="1"/>
          <p:nvPr/>
        </p:nvSpPr>
        <p:spPr>
          <a:xfrm>
            <a:off x="9573370" y="1995777"/>
            <a:ext cx="22502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sz="2400" dirty="0"/>
              <a:t>ログイン情報を入力し、「ログイン」をクリックします</a:t>
            </a:r>
          </a:p>
        </p:txBody>
      </p:sp>
    </p:spTree>
    <p:extLst>
      <p:ext uri="{BB962C8B-B14F-4D97-AF65-F5344CB8AC3E}">
        <p14:creationId xmlns:p14="http://schemas.microsoft.com/office/powerpoint/2010/main" val="2220243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B5C6EF5-6328-E949-AB51-AAAD60F3C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025"/>
            <a:ext cx="12192000" cy="657794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AB55641-5BC8-31FC-002D-9D0948AE8019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1. 「場所」ページを開きます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811E98-2397-0126-9C95-FA774182570E}"/>
              </a:ext>
            </a:extLst>
          </p:cNvPr>
          <p:cNvSpPr/>
          <p:nvPr/>
        </p:nvSpPr>
        <p:spPr>
          <a:xfrm>
            <a:off x="0" y="1860605"/>
            <a:ext cx="1033670" cy="182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7" name="Flèche : gauche 6">
            <a:extLst>
              <a:ext uri="{FF2B5EF4-FFF2-40B4-BE49-F238E27FC236}">
                <a16:creationId xmlns:a16="http://schemas.microsoft.com/office/drawing/2014/main" id="{049705AF-EF8E-AE50-3602-E28511C6F673}"/>
              </a:ext>
            </a:extLst>
          </p:cNvPr>
          <p:cNvSpPr/>
          <p:nvPr/>
        </p:nvSpPr>
        <p:spPr>
          <a:xfrm>
            <a:off x="1105233" y="1860605"/>
            <a:ext cx="970059" cy="182880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405273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52E03-78AC-760A-D7C7-CE910286A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F6A3C6E-3C5E-C6A0-7E7B-3BD80F615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262"/>
            <a:ext cx="12192000" cy="655747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96FC420-D1A5-54BE-9508-3049C1E13A09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2. 「新しい場所を作成」を選択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07C8D9-2E6A-6C8A-0E97-D027949C87BD}"/>
              </a:ext>
            </a:extLst>
          </p:cNvPr>
          <p:cNvSpPr/>
          <p:nvPr/>
        </p:nvSpPr>
        <p:spPr>
          <a:xfrm>
            <a:off x="11426024" y="649783"/>
            <a:ext cx="765976" cy="1987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7" name="Flèche : gauche 6">
            <a:extLst>
              <a:ext uri="{FF2B5EF4-FFF2-40B4-BE49-F238E27FC236}">
                <a16:creationId xmlns:a16="http://schemas.microsoft.com/office/drawing/2014/main" id="{4F00E13D-95C3-BC06-A946-3790F02CEEA1}"/>
              </a:ext>
            </a:extLst>
          </p:cNvPr>
          <p:cNvSpPr/>
          <p:nvPr/>
        </p:nvSpPr>
        <p:spPr>
          <a:xfrm rot="5400000">
            <a:off x="11624345" y="992630"/>
            <a:ext cx="369334" cy="290226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5555B7A-5C01-24F9-9B09-C93ED501DB98}"/>
              </a:ext>
            </a:extLst>
          </p:cNvPr>
          <p:cNvSpPr txBox="1"/>
          <p:nvPr/>
        </p:nvSpPr>
        <p:spPr>
          <a:xfrm>
            <a:off x="3912042" y="69414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923281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6DFCF-715E-3193-6C04-3B33BDD6B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AED79802-BD62-7EA3-8013-EC1CD3DAA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1632"/>
            <a:ext cx="12192000" cy="6483868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581B84B-4F7D-4321-B050-C63EB45FDCE2}"/>
              </a:ext>
            </a:extLst>
          </p:cNvPr>
          <p:cNvSpPr txBox="1"/>
          <p:nvPr/>
        </p:nvSpPr>
        <p:spPr>
          <a:xfrm>
            <a:off x="3148715" y="140025"/>
            <a:ext cx="3880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3. ゾーン情報を入力します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DFB8B4D-A9F2-2B9D-4E78-B93305FAD9E0}"/>
              </a:ext>
            </a:extLst>
          </p:cNvPr>
          <p:cNvSpPr txBox="1"/>
          <p:nvPr/>
        </p:nvSpPr>
        <p:spPr>
          <a:xfrm>
            <a:off x="3912042" y="69414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ja-JP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3140D9-C8B3-C17E-04BE-8BC3D5099514}"/>
              </a:ext>
            </a:extLst>
          </p:cNvPr>
          <p:cNvSpPr/>
          <p:nvPr/>
        </p:nvSpPr>
        <p:spPr>
          <a:xfrm>
            <a:off x="1574358" y="953076"/>
            <a:ext cx="7060759" cy="49785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6F2C034A-98FD-A468-EEA9-F07D4B19639D}"/>
              </a:ext>
            </a:extLst>
          </p:cNvPr>
          <p:cNvSpPr/>
          <p:nvPr/>
        </p:nvSpPr>
        <p:spPr>
          <a:xfrm rot="10800000">
            <a:off x="6798365" y="2154803"/>
            <a:ext cx="779228" cy="135173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C7B64F3-3F0B-5F58-BE84-8650823EBCF4}"/>
              </a:ext>
            </a:extLst>
          </p:cNvPr>
          <p:cNvSpPr txBox="1"/>
          <p:nvPr/>
        </p:nvSpPr>
        <p:spPr>
          <a:xfrm>
            <a:off x="7744570" y="1960805"/>
            <a:ext cx="3919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/>
              <a:t>このゾーンが属する施設を指定します。</a:t>
            </a:r>
          </a:p>
        </p:txBody>
      </p:sp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349A8CBF-41C7-ABBD-2B90-1F44A924A7D6}"/>
              </a:ext>
            </a:extLst>
          </p:cNvPr>
          <p:cNvSpPr/>
          <p:nvPr/>
        </p:nvSpPr>
        <p:spPr>
          <a:xfrm rot="10800000">
            <a:off x="7744570" y="3054780"/>
            <a:ext cx="779228" cy="135173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8244682-F81A-297A-F625-4938CC6C4609}"/>
              </a:ext>
            </a:extLst>
          </p:cNvPr>
          <p:cNvSpPr txBox="1"/>
          <p:nvPr/>
        </p:nvSpPr>
        <p:spPr>
          <a:xfrm>
            <a:off x="8635117" y="2703710"/>
            <a:ext cx="39193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/>
              <a:t>選択時に表示する説明です。定員、アンカー、ルールなどを記載します。</a:t>
            </a:r>
          </a:p>
        </p:txBody>
      </p:sp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BF905BE8-A471-DA49-AAD2-B0701730AF69}"/>
              </a:ext>
            </a:extLst>
          </p:cNvPr>
          <p:cNvSpPr/>
          <p:nvPr/>
        </p:nvSpPr>
        <p:spPr>
          <a:xfrm rot="10800000">
            <a:off x="5931168" y="1723520"/>
            <a:ext cx="779228" cy="135173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5F0AEA9-D9CE-F72E-517C-CC6F92BEF348}"/>
              </a:ext>
            </a:extLst>
          </p:cNvPr>
          <p:cNvSpPr txBox="1"/>
          <p:nvPr/>
        </p:nvSpPr>
        <p:spPr>
          <a:xfrm>
            <a:off x="6736924" y="1223987"/>
            <a:ext cx="39193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sz="1600" dirty="0"/>
              <a:t>種類を指定します。部屋・練習施設の選択に応じて、適切な画面に表示されます。</a:t>
            </a:r>
          </a:p>
        </p:txBody>
      </p:sp>
    </p:spTree>
    <p:extLst>
      <p:ext uri="{BB962C8B-B14F-4D97-AF65-F5344CB8AC3E}">
        <p14:creationId xmlns:p14="http://schemas.microsoft.com/office/powerpoint/2010/main" val="3628215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DB133-2143-9AF5-0764-E22C119C5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C7F798F5-B76A-3A15-E474-59AD9A837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454"/>
            <a:ext cx="12192000" cy="6427092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EDDD154C-A580-B0CD-D333-D57EB071A63D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4</a:t>
            </a:r>
            <a:r>
              <a:rPr lang="ja-JP">
                <a:solidFill>
                  <a:srgbClr val="FF0000"/>
                </a:solidFill>
              </a:rPr>
              <a:t xml:space="preserve"> </a:t>
            </a:r>
            <a:r>
              <a:rPr lang="ja-JP" dirty="0">
                <a:solidFill>
                  <a:srgbClr val="FF0000"/>
                </a:solidFill>
              </a:rPr>
              <a:t>. 場所が作成されました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5A56636-AF2B-A77B-962E-85C5881002E2}"/>
              </a:ext>
            </a:extLst>
          </p:cNvPr>
          <p:cNvSpPr txBox="1"/>
          <p:nvPr/>
        </p:nvSpPr>
        <p:spPr>
          <a:xfrm>
            <a:off x="3912042" y="69414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86196259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</TotalTime>
  <Words>117</Words>
  <Application>Microsoft Office PowerPoint</Application>
  <PresentationFormat>Grand écran</PresentationFormat>
  <Paragraphs>14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Thème Office</vt:lpstr>
      <vt:lpstr>Présentation PowerPoint</vt:lpstr>
      <vt:lpstr>Prérequis 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Raineri</dc:creator>
  <cp:lastModifiedBy>Tom Raineri</cp:lastModifiedBy>
  <cp:revision>8</cp:revision>
  <dcterms:created xsi:type="dcterms:W3CDTF">2026-08-25T08:08:10Z</dcterms:created>
  <dcterms:modified xsi:type="dcterms:W3CDTF">2026-09-03T07:16:00Z</dcterms:modified>
</cp:coreProperties>
</file>