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</a:p>
          <a:p>
            <a:r>
              <a:rPr lang="ja-JP" sz="2600" dirty="0"/>
              <a:t>設備を作成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管理者アカウントを持っていること</a:t>
            </a:r>
          </a:p>
          <a:p>
            <a:endParaRPr lang="ja-JP" dirty="0"/>
          </a:p>
          <a:p>
            <a:pPr marL="0" indent="0">
              <a:buNone/>
            </a:pPr>
            <a:r>
              <a:rPr lang="ja-JP" dirty="0"/>
              <a:t>所要時間：5分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025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「設備」ページを開きます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2043485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097281" y="2043485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2F214BA-E696-906C-8762-939252956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170"/>
            <a:ext cx="12192000" cy="65316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296D6C-CD26-73E7-6249-B119A08D4770}"/>
              </a:ext>
            </a:extLst>
          </p:cNvPr>
          <p:cNvSpPr/>
          <p:nvPr/>
        </p:nvSpPr>
        <p:spPr>
          <a:xfrm>
            <a:off x="11410545" y="667910"/>
            <a:ext cx="680936" cy="197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13CD447-80AC-813A-0EBE-9A115FB75085}"/>
              </a:ext>
            </a:extLst>
          </p:cNvPr>
          <p:cNvSpPr txBox="1"/>
          <p:nvPr/>
        </p:nvSpPr>
        <p:spPr>
          <a:xfrm>
            <a:off x="3355450" y="163170"/>
            <a:ext cx="4285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「設備を作成」をクリックします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98238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20DA8F6-54DE-51C0-4598-20A6697C6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124"/>
            <a:ext cx="12192000" cy="652175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15DAF45-B150-339E-32CF-842746CC76EF}"/>
              </a:ext>
            </a:extLst>
          </p:cNvPr>
          <p:cNvSpPr txBox="1"/>
          <p:nvPr/>
        </p:nvSpPr>
        <p:spPr>
          <a:xfrm>
            <a:off x="3365771" y="336981"/>
            <a:ext cx="4406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作成フォームに入力します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890AE-4857-C237-89D4-73553232B482}"/>
              </a:ext>
            </a:extLst>
          </p:cNvPr>
          <p:cNvSpPr/>
          <p:nvPr/>
        </p:nvSpPr>
        <p:spPr>
          <a:xfrm>
            <a:off x="1582310" y="906449"/>
            <a:ext cx="6019137" cy="21707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7F85EEC-B410-C8A2-0A3E-68F96F4D5B0F}"/>
              </a:ext>
            </a:extLst>
          </p:cNvPr>
          <p:cNvSpPr txBox="1"/>
          <p:nvPr/>
        </p:nvSpPr>
        <p:spPr>
          <a:xfrm>
            <a:off x="7772400" y="2047893"/>
            <a:ext cx="44066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全ゾーンで予約可能にする場合は「なし」のままにします。ゾーンを指定すると、そのゾーンのユーザーだけが予約できます。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8E37A50-7949-A4D6-A021-20AEFD8A4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310" y="3277291"/>
            <a:ext cx="5426645" cy="20682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FEAA967-AE35-DF20-3F92-3E8B0E2C2F79}"/>
              </a:ext>
            </a:extLst>
          </p:cNvPr>
          <p:cNvSpPr txBox="1"/>
          <p:nvPr/>
        </p:nvSpPr>
        <p:spPr>
          <a:xfrm>
            <a:off x="7800000" y="924427"/>
            <a:ext cx="420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海外ユーザーにも分かりやすいよう、名称は「日本語－英語」の順で入力します。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2952446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F655702-F028-8C46-DEF8-C908920C6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771"/>
            <a:ext cx="12192000" cy="656045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870A765-FDC9-FB89-FAE7-982DF023B23B}"/>
              </a:ext>
            </a:extLst>
          </p:cNvPr>
          <p:cNvSpPr txBox="1"/>
          <p:nvPr/>
        </p:nvSpPr>
        <p:spPr>
          <a:xfrm>
            <a:off x="3696511" y="311285"/>
            <a:ext cx="438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「保存」をクリックします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A909C6-F746-221D-7D94-6330598D7F48}"/>
              </a:ext>
            </a:extLst>
          </p:cNvPr>
          <p:cNvSpPr/>
          <p:nvPr/>
        </p:nvSpPr>
        <p:spPr>
          <a:xfrm>
            <a:off x="11720223" y="604299"/>
            <a:ext cx="365760" cy="310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2270AB33-1329-C293-F180-7B3B217888CB}"/>
              </a:ext>
            </a:extLst>
          </p:cNvPr>
          <p:cNvSpPr/>
          <p:nvPr/>
        </p:nvSpPr>
        <p:spPr>
          <a:xfrm rot="16200000">
            <a:off x="11410122" y="1327867"/>
            <a:ext cx="930303" cy="310101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75904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1BB401F-E592-8676-C71A-9E228D761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006"/>
            <a:ext cx="12192000" cy="655198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8F308FD-AFCC-2E05-2974-1FC9C644D15C}"/>
              </a:ext>
            </a:extLst>
          </p:cNvPr>
          <p:cNvSpPr txBox="1"/>
          <p:nvPr/>
        </p:nvSpPr>
        <p:spPr>
          <a:xfrm>
            <a:off x="3745149" y="107503"/>
            <a:ext cx="391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5. 設備が作成されました</a:t>
            </a:r>
          </a:p>
        </p:txBody>
      </p:sp>
    </p:spTree>
    <p:extLst>
      <p:ext uri="{BB962C8B-B14F-4D97-AF65-F5344CB8AC3E}">
        <p14:creationId xmlns:p14="http://schemas.microsoft.com/office/powerpoint/2010/main" val="22729852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101</Words>
  <Application>Microsoft Office PowerPoint</Application>
  <PresentationFormat>Grand écran</PresentationFormat>
  <Paragraphs>14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5</cp:revision>
  <dcterms:created xsi:type="dcterms:W3CDTF">2026-08-25T08:08:10Z</dcterms:created>
  <dcterms:modified xsi:type="dcterms:W3CDTF">2026-09-01T08:37:36Z</dcterms:modified>
</cp:coreProperties>
</file>