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利用停止期間を追加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r>
              <a:rPr lang="ja-JP" dirty="0"/>
              <a:t>登録済みユーザーがいること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「利用停止期間」ページを開きます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56644" y="2417829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0163" y="2195191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AD33EF6-34AD-61EB-D9F2-E19CFB54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34"/>
            <a:ext cx="12192000" cy="6559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1069904" y="594308"/>
            <a:ext cx="1051262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「利用停止期間を作成」を選択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45</Words>
  <Application>Microsoft Office PowerPoint</Application>
  <PresentationFormat>Grand écran</PresentationFormat>
  <Paragraphs>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10</cp:revision>
  <dcterms:created xsi:type="dcterms:W3CDTF">2026-08-25T08:08:10Z</dcterms:created>
  <dcterms:modified xsi:type="dcterms:W3CDTF">2026-09-03T07:31:41Z</dcterms:modified>
</cp:coreProperties>
</file>