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CA0C5-82EC-4B14-AEF8-9BDF2686FB06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73804-E1F1-4EEC-9134-899F1C8C5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06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73804-E1F1-4EEC-9134-899F1C8C58A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3217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271DC-DCE8-B189-7D5F-43887CBF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4660DB-8A69-6E62-6849-8524B2CEC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8950082-5E8C-1C45-259E-64FD26EA9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E5A822-09CD-0CC9-FC0F-38960E771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73804-E1F1-4EEC-9134-899F1C8C58A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46997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</a:p>
          <a:p>
            <a:r>
              <a:rPr lang="ja-JP" sz="2600" dirty="0"/>
              <a:t>新しい</a:t>
            </a:r>
            <a:r>
              <a:rPr lang="ja-JP" sz="2600" dirty="0" err="1"/>
              <a:t>ロールを追加</a:t>
            </a:r>
            <a:endParaRPr lang="ja-JP" sz="3200" dirty="0"/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endParaRPr lang="ja-JP" dirty="0"/>
          </a:p>
          <a:p>
            <a:pPr marL="0" indent="0">
              <a:buNone/>
            </a:pPr>
            <a:r>
              <a:rPr lang="ja-JP" dirty="0"/>
              <a:t>所要時間：5分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23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「ユーザーロール」を開きます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1143651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113185" y="1143651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2E03-78AC-760A-D7C7-CE910286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203F9F-7595-0829-E178-0E63EDF77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631"/>
            <a:ext cx="12192000" cy="651273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6FC420-D1A5-54BE-9508-3049C1E13A0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「新しいロールを作成」を選択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8D9-2E6A-6C8A-0E97-D027949C87BD}"/>
              </a:ext>
            </a:extLst>
          </p:cNvPr>
          <p:cNvSpPr/>
          <p:nvPr/>
        </p:nvSpPr>
        <p:spPr>
          <a:xfrm>
            <a:off x="10972869" y="638600"/>
            <a:ext cx="1108539" cy="23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4F00E13D-95C3-BC06-A946-3790F02CEEA1}"/>
              </a:ext>
            </a:extLst>
          </p:cNvPr>
          <p:cNvSpPr/>
          <p:nvPr/>
        </p:nvSpPr>
        <p:spPr>
          <a:xfrm rot="5400000">
            <a:off x="11342471" y="94610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923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49F9-C97E-55A9-BB8E-114B560E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8FB5CF5-8286-FBBD-F54F-BD441AFC0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025"/>
            <a:ext cx="12192000" cy="63604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58B3F65-05CE-CB41-6CD1-5AB8B4B9BF68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必要な情報を入力します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5F4D8-909B-A7DA-D2F8-47D5187CD08A}"/>
              </a:ext>
            </a:extLst>
          </p:cNvPr>
          <p:cNvSpPr/>
          <p:nvPr/>
        </p:nvSpPr>
        <p:spPr>
          <a:xfrm>
            <a:off x="1590261" y="953076"/>
            <a:ext cx="4627659" cy="2370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395A6B6C-CADF-E47A-488A-8BF4EBC3E674}"/>
              </a:ext>
            </a:extLst>
          </p:cNvPr>
          <p:cNvSpPr/>
          <p:nvPr/>
        </p:nvSpPr>
        <p:spPr>
          <a:xfrm rot="10800000">
            <a:off x="5987332" y="1160890"/>
            <a:ext cx="1121134" cy="12722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95FA457-B4D4-9741-2CE5-11C3C9B3656A}"/>
              </a:ext>
            </a:extLst>
          </p:cNvPr>
          <p:cNvSpPr txBox="1"/>
          <p:nvPr/>
        </p:nvSpPr>
        <p:spPr>
          <a:xfrm>
            <a:off x="7227734" y="472241"/>
            <a:ext cx="3156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ロール名は必ず ROLE で始め、各語を _ で区切り、すべて大文字で入力します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D74B6F61-6C7D-F80D-568D-5E6765A145D6}"/>
              </a:ext>
            </a:extLst>
          </p:cNvPr>
          <p:cNvSpPr/>
          <p:nvPr/>
        </p:nvSpPr>
        <p:spPr>
          <a:xfrm rot="10800000">
            <a:off x="6330564" y="3177392"/>
            <a:ext cx="1121134" cy="12722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46FB9C4-45BA-0F37-5719-9C9ED829E76A}"/>
              </a:ext>
            </a:extLst>
          </p:cNvPr>
          <p:cNvSpPr txBox="1"/>
          <p:nvPr/>
        </p:nvSpPr>
        <p:spPr>
          <a:xfrm>
            <a:off x="7602772" y="3006587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A または B を選びます</a:t>
            </a:r>
          </a:p>
        </p:txBody>
      </p:sp>
    </p:spTree>
    <p:extLst>
      <p:ext uri="{BB962C8B-B14F-4D97-AF65-F5344CB8AC3E}">
        <p14:creationId xmlns:p14="http://schemas.microsoft.com/office/powerpoint/2010/main" val="373457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090A-CDEE-6F89-4A39-5E712892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4B44707-676C-231B-52F2-C36308C36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071"/>
            <a:ext cx="12192000" cy="65178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02521C6-2DF8-12D8-D205-E448B0505821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保存します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6B4EBA-2B61-B8FE-627A-D0AC589152F5}"/>
              </a:ext>
            </a:extLst>
          </p:cNvPr>
          <p:cNvSpPr/>
          <p:nvPr/>
        </p:nvSpPr>
        <p:spPr>
          <a:xfrm>
            <a:off x="11656612" y="667910"/>
            <a:ext cx="469127" cy="2385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0" name="Flèche : bas 9">
            <a:extLst>
              <a:ext uri="{FF2B5EF4-FFF2-40B4-BE49-F238E27FC236}">
                <a16:creationId xmlns:a16="http://schemas.microsoft.com/office/drawing/2014/main" id="{66AD1CC2-CF01-EC50-E558-693AF5CEC7BD}"/>
              </a:ext>
            </a:extLst>
          </p:cNvPr>
          <p:cNvSpPr/>
          <p:nvPr/>
        </p:nvSpPr>
        <p:spPr>
          <a:xfrm rot="10800000">
            <a:off x="11791783" y="936495"/>
            <a:ext cx="198783" cy="588397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313312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28BFE36-3B25-0533-C656-D45D8FCCC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48"/>
            <a:ext cx="12192000" cy="655150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41C5BA6-57A9-81B7-3467-104A08B4CC10}"/>
              </a:ext>
            </a:extLst>
          </p:cNvPr>
          <p:cNvSpPr txBox="1"/>
          <p:nvPr/>
        </p:nvSpPr>
        <p:spPr>
          <a:xfrm>
            <a:off x="3550596" y="153248"/>
            <a:ext cx="4727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5. ロールが</a:t>
            </a:r>
            <a:r>
              <a:rPr lang="ja-JP">
                <a:solidFill>
                  <a:srgbClr val="FF0000"/>
                </a:solidFill>
              </a:rPr>
              <a:t>作成されました</a:t>
            </a:r>
          </a:p>
        </p:txBody>
      </p:sp>
    </p:spTree>
    <p:extLst>
      <p:ext uri="{BB962C8B-B14F-4D97-AF65-F5344CB8AC3E}">
        <p14:creationId xmlns:p14="http://schemas.microsoft.com/office/powerpoint/2010/main" val="3991770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77</Words>
  <Application>Microsoft Office PowerPoint</Application>
  <PresentationFormat>Grand écran</PresentationFormat>
  <Paragraphs>16</Paragraphs>
  <Slides>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10</cp:revision>
  <dcterms:created xsi:type="dcterms:W3CDTF">2026-08-25T08:08:10Z</dcterms:created>
  <dcterms:modified xsi:type="dcterms:W3CDTF">2026-09-03T07:48:45Z</dcterms:modified>
</cp:coreProperties>
</file>