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時間枠・期間の料金を変更する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管理者アカウントがあること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「料金」ページを開きます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2067339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48191" y="1844702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85B3-3EC3-D313-2F7B-7BBA8514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B0E5631-08F8-08A4-3EAD-F09EB359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41"/>
            <a:ext cx="12192000" cy="66115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DCD85E4-A230-7E3D-A60A-6E507D1A42F6}"/>
              </a:ext>
            </a:extLst>
          </p:cNvPr>
          <p:cNvSpPr txBox="1"/>
          <p:nvPr/>
        </p:nvSpPr>
        <p:spPr>
          <a:xfrm>
            <a:off x="3188472" y="123241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対象期間だけ表示されるよう絞り込みます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EBF4A-4ECF-4336-8B1D-6F9B79248DE3}"/>
              </a:ext>
            </a:extLst>
          </p:cNvPr>
          <p:cNvSpPr/>
          <p:nvPr/>
        </p:nvSpPr>
        <p:spPr>
          <a:xfrm>
            <a:off x="10614991" y="620202"/>
            <a:ext cx="858741" cy="254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91796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13C1-437C-AF3C-126B-F3AB864C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CF1AD9-6B9D-3774-4BA8-DA9C5132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62"/>
            <a:ext cx="12192000" cy="65560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69CA149-F6F1-2ACF-0BEB-71F01CA11DDD}"/>
              </a:ext>
            </a:extLst>
          </p:cNvPr>
          <p:cNvSpPr txBox="1"/>
          <p:nvPr/>
        </p:nvSpPr>
        <p:spPr>
          <a:xfrm>
            <a:off x="3188472" y="28226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対象のゾーンと期間だけが表示されるように絞り込みます</a:t>
            </a:r>
          </a:p>
        </p:txBody>
      </p:sp>
    </p:spTree>
    <p:extLst>
      <p:ext uri="{BB962C8B-B14F-4D97-AF65-F5344CB8AC3E}">
        <p14:creationId xmlns:p14="http://schemas.microsoft.com/office/powerpoint/2010/main" val="350331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708A-4481-3D9F-B2CD-5B602640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0C9E2B-DEEE-1608-9C69-E5E00E2C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27"/>
            <a:ext cx="12192000" cy="65113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B1665A-B118-8473-4856-1EF3B621DBDD}"/>
              </a:ext>
            </a:extLst>
          </p:cNvPr>
          <p:cNvSpPr txBox="1"/>
          <p:nvPr/>
        </p:nvSpPr>
        <p:spPr>
          <a:xfrm>
            <a:off x="3188472" y="28226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対象のゾーンと期間だけが表示されるように絞り込みます</a:t>
            </a:r>
          </a:p>
        </p:txBody>
      </p:sp>
    </p:spTree>
    <p:extLst>
      <p:ext uri="{BB962C8B-B14F-4D97-AF65-F5344CB8AC3E}">
        <p14:creationId xmlns:p14="http://schemas.microsoft.com/office/powerpoint/2010/main" val="121454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5E7C-776B-87F4-B708-A169E1EE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161472-8218-F719-2D8B-E16425A82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35"/>
            <a:ext cx="12192000" cy="65555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FABD8E7-52AD-980B-65B5-E07442CC8E02}"/>
              </a:ext>
            </a:extLst>
          </p:cNvPr>
          <p:cNvSpPr txBox="1"/>
          <p:nvPr/>
        </p:nvSpPr>
        <p:spPr>
          <a:xfrm>
            <a:off x="3587363" y="151235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料金を変更する日を選択します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45D20C-7653-FC2C-7FAE-5504EEAE3283}"/>
              </a:ext>
            </a:extLst>
          </p:cNvPr>
          <p:cNvSpPr/>
          <p:nvPr/>
        </p:nvSpPr>
        <p:spPr>
          <a:xfrm>
            <a:off x="1645920" y="954157"/>
            <a:ext cx="3069203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622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283C0-1B74-2D2D-A935-DAC22244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E7868ED-BBEA-4F67-4F89-7FC9B51B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35"/>
            <a:ext cx="12192000" cy="65555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C4673FC-A106-8A2F-7D17-043DDA0167B8}"/>
              </a:ext>
            </a:extLst>
          </p:cNvPr>
          <p:cNvSpPr txBox="1"/>
          <p:nvPr/>
        </p:nvSpPr>
        <p:spPr>
          <a:xfrm>
            <a:off x="3587363" y="151235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料金をクリックします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474C7-482F-42B8-297E-3719D3E2570B}"/>
              </a:ext>
            </a:extLst>
          </p:cNvPr>
          <p:cNvSpPr/>
          <p:nvPr/>
        </p:nvSpPr>
        <p:spPr>
          <a:xfrm>
            <a:off x="1590261" y="1510748"/>
            <a:ext cx="10424160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88518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78346-7A17-F46D-25C8-A5F00BF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67DC42B-A732-9D86-0E14-D5D6CC8D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42"/>
            <a:ext cx="12192000" cy="657531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089634-244A-B816-00EE-F820827734C0}"/>
              </a:ext>
            </a:extLst>
          </p:cNvPr>
          <p:cNvSpPr txBox="1"/>
          <p:nvPr/>
        </p:nvSpPr>
        <p:spPr>
          <a:xfrm>
            <a:off x="3086430" y="272047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料金を希望の金額に変更します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8CAF3-7E74-3845-7242-9B942B37DC62}"/>
              </a:ext>
            </a:extLst>
          </p:cNvPr>
          <p:cNvSpPr/>
          <p:nvPr/>
        </p:nvSpPr>
        <p:spPr>
          <a:xfrm>
            <a:off x="1590260" y="2377440"/>
            <a:ext cx="2663687" cy="1518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2504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5AFD-DDA5-898A-E0CE-A32DEB90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57DA27-718A-93A2-AB2A-6A817C7F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0"/>
            <a:ext cx="12192000" cy="65862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9503646-3EEA-D690-9C1D-B602F044A5AA}"/>
              </a:ext>
            </a:extLst>
          </p:cNvPr>
          <p:cNvSpPr txBox="1"/>
          <p:nvPr/>
        </p:nvSpPr>
        <p:spPr>
          <a:xfrm>
            <a:off x="3086430" y="272047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「保存」をクリックします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949A85-872D-DF71-5FD9-E1C6C8E9DEBD}"/>
              </a:ext>
            </a:extLst>
          </p:cNvPr>
          <p:cNvSpPr/>
          <p:nvPr/>
        </p:nvSpPr>
        <p:spPr>
          <a:xfrm flipH="1">
            <a:off x="11426024" y="641379"/>
            <a:ext cx="644056" cy="24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74650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70A1-0912-CFAC-4800-AEAB4570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A7BCEB0-90D7-491A-ED27-C68B816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669"/>
            <a:ext cx="12192000" cy="65286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00CC06F-CC16-2FCA-B3E2-2D92E5BFA843}"/>
              </a:ext>
            </a:extLst>
          </p:cNvPr>
          <p:cNvSpPr txBox="1"/>
          <p:nvPr/>
        </p:nvSpPr>
        <p:spPr>
          <a:xfrm>
            <a:off x="3086430" y="27204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新しい料金は、今後のすべての</a:t>
            </a:r>
            <a:r>
              <a:rPr lang="ja-JP">
                <a:solidFill>
                  <a:srgbClr val="FF0000"/>
                </a:solidFill>
              </a:rPr>
              <a:t>予約申請に適用されます</a:t>
            </a:r>
            <a:endParaRPr lang="ja-JP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8B35A-D42C-759D-A144-30CCF151B089}"/>
              </a:ext>
            </a:extLst>
          </p:cNvPr>
          <p:cNvSpPr/>
          <p:nvPr/>
        </p:nvSpPr>
        <p:spPr>
          <a:xfrm flipH="1">
            <a:off x="11426024" y="641379"/>
            <a:ext cx="644056" cy="24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75881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127</Words>
  <Application>Microsoft Office PowerPoint</Application>
  <PresentationFormat>Grand écran</PresentationFormat>
  <Paragraphs>14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6</cp:revision>
  <dcterms:created xsi:type="dcterms:W3CDTF">2026-08-25T08:08:10Z</dcterms:created>
  <dcterms:modified xsi:type="dcterms:W3CDTF">2026-08-31T06:46:00Z</dcterms:modified>
</cp:coreProperties>
</file>