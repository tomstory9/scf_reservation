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新しい施設を追加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23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「施設」ページを開きます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67772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13185" y="167772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A878698-E83D-89DA-13BF-03CFFC46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「新しい施設を作成」を選択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707665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49F9-C97E-55A9-BB8E-114B560E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1DBF9A-0DBC-CEC1-9B02-0B0D17D8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26"/>
            <a:ext cx="12192000" cy="654314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58B3F65-05CE-CB41-6CD1-5AB8B4B9BF68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必要な情報を入力します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5F4D8-909B-A7DA-D2F8-47D5187CD08A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345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7937-E4B9-C8C2-8336-502B4207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F5D3982-3446-FEBF-44EF-B3EA53CA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23"/>
            <a:ext cx="12192000" cy="640015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CD62D7D-3D3B-559D-A844-97AD3492C9FB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新しい施設を保存します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F0336-AE5C-0687-2159-AAD3397B3511}"/>
              </a:ext>
            </a:extLst>
          </p:cNvPr>
          <p:cNvSpPr/>
          <p:nvPr/>
        </p:nvSpPr>
        <p:spPr>
          <a:xfrm>
            <a:off x="11739107" y="690684"/>
            <a:ext cx="319209" cy="262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FDB52A79-1FD0-BA07-B0D4-AE9C3258078C}"/>
              </a:ext>
            </a:extLst>
          </p:cNvPr>
          <p:cNvSpPr/>
          <p:nvPr/>
        </p:nvSpPr>
        <p:spPr>
          <a:xfrm rot="5400000">
            <a:off x="11728536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9605D-7F90-DEE4-82E1-4BBC514E4DD5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121574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50</Words>
  <Application>Microsoft Office PowerPoint</Application>
  <PresentationFormat>Grand écran</PresentationFormat>
  <Paragraphs>11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2026-09-02T06:49:47Z</dcterms:modified>
</cp:coreProperties>
</file>